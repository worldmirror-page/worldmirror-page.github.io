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B"/>
    <a:srgbClr val="EBEBFF"/>
    <a:srgbClr val="DDDEFF"/>
    <a:srgbClr val="DDE9FF"/>
    <a:srgbClr val="DEEAFE"/>
    <a:srgbClr val="E9F4FD"/>
    <a:srgbClr val="E9F7FD"/>
    <a:srgbClr val="F2EAFA"/>
    <a:srgbClr val="F2F2F2"/>
    <a:srgbClr val="EA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10" d="100"/>
          <a:sy n="110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D8CDA-8DA7-389B-299A-F27F6DA69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4C0AF-773A-20F7-315E-967F50132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48160-75B9-959A-59AB-DA95B4428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[object Object]</a:t>
            </a:r>
          </a:p>
          <a:p>
            <a:r>
              <a:rPr dirty="0"/>
              <a:t>Pastel </a:t>
            </a:r>
            <a:r>
              <a:rPr dirty="0" err="1"/>
              <a:t>colour</a:t>
            </a:r>
            <a:r>
              <a:rPr dirty="0"/>
              <a:t> variant: the user requested the palette of c2411feb-5c6d-4ada-928c-0957d61d9d7d.png. Dominant background </a:t>
            </a:r>
            <a:r>
              <a:rPr dirty="0" err="1"/>
              <a:t>colours</a:t>
            </a:r>
            <a:r>
              <a:rPr dirty="0"/>
              <a:t> sampled from that image are peach #FCEEE6, green #ECF6E7, blue #DFEBF7 and neutral #F8F8F8. These are applied to the existing tools, refinement-loop, workspace and reasoning panels. Headers and badges use darker related </a:t>
            </a:r>
            <a:r>
              <a:rPr dirty="0" err="1"/>
              <a:t>colours</a:t>
            </a:r>
            <a:r>
              <a:rPr dirty="0"/>
              <a:t> to keep text legible. All source wording, positions, sizes, icons, image bytes and existing directory additions are retained.</a:t>
            </a:r>
          </a:p>
          <a:p>
            <a:r>
              <a:rPr dirty="0"/>
              <a:t>[Sources]</a:t>
            </a:r>
          </a:p>
          <a:p>
            <a:r>
              <a:rPr dirty="0"/>
              <a:t>User-supplied c2411feb-5c6d-4ada-928c-0957d61d9d7d.png — palette reference only.</a:t>
            </a:r>
          </a:p>
          <a:p>
            <a:r>
              <a:rPr dirty="0"/>
              <a:t>User-approved WorldMirror_Framework_Polished(2).pptx — complete composition, content and assets.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E88B4-F14B-BB4C-46EE-A8F6C19755E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402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90204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jpe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FEE2AC-CE79-7367-7C0E-6960DCCC6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QC feedback to calibration">
            <a:extLst>
              <a:ext uri="{FF2B5EF4-FFF2-40B4-BE49-F238E27FC236}">
                <a16:creationId xmlns:a16="http://schemas.microsoft.com/office/drawing/2014/main" id="{3E40784F-A094-6525-8766-F3DB8354A21C}"/>
              </a:ext>
            </a:extLst>
          </p:cNvPr>
          <p:cNvSpPr>
            <a:spLocks noGrp="1"/>
          </p:cNvSpPr>
          <p:nvPr/>
        </p:nvSpPr>
        <p:spPr>
          <a:xfrm>
            <a:off x="8523226" y="4860971"/>
            <a:ext cx="1727107" cy="409211"/>
          </a:xfrm>
          <a:custGeom>
            <a:avLst/>
            <a:gdLst/>
            <a:ahLst/>
            <a:cxnLst/>
            <a:rect l="0" t="0" r="0" b="0"/>
            <a:pathLst>
              <a:path w="1304925" h="304800">
                <a:moveTo>
                  <a:pt x="1304925" y="304800"/>
                </a:moveTo>
                <a:lnTo>
                  <a:pt x="1304925" y="161925"/>
                </a:lnTo>
                <a:lnTo>
                  <a:pt x="0" y="16192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1683C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42" name="Rounded Rectangle 37">
            <a:extLst>
              <a:ext uri="{FF2B5EF4-FFF2-40B4-BE49-F238E27FC236}">
                <a16:creationId xmlns:a16="http://schemas.microsoft.com/office/drawing/2014/main" id="{DE412338-0141-79AC-8A3C-2E0836300BEE}"/>
              </a:ext>
            </a:extLst>
          </p:cNvPr>
          <p:cNvSpPr>
            <a:spLocks noGrp="1"/>
          </p:cNvSpPr>
          <p:nvPr/>
        </p:nvSpPr>
        <p:spPr>
          <a:xfrm>
            <a:off x="2752725" y="152399"/>
            <a:ext cx="9286875" cy="1390608"/>
          </a:xfrm>
          <a:prstGeom prst="roundRect">
            <a:avLst>
              <a:gd name="adj" fmla="val 8451"/>
            </a:avLst>
          </a:prstGeom>
          <a:solidFill>
            <a:srgbClr val="EBEBFF"/>
          </a:solidFill>
          <a:ln w="12383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4" name="TextBox 38">
            <a:extLst>
              <a:ext uri="{FF2B5EF4-FFF2-40B4-BE49-F238E27FC236}">
                <a16:creationId xmlns:a16="http://schemas.microsoft.com/office/drawing/2014/main" id="{52FC5649-ED3A-D302-4FC7-08027FDCCB64}"/>
              </a:ext>
            </a:extLst>
          </p:cNvPr>
          <p:cNvSpPr>
            <a:spLocks noGrp="1"/>
          </p:cNvSpPr>
          <p:nvPr/>
        </p:nvSpPr>
        <p:spPr>
          <a:xfrm>
            <a:off x="6470495" y="281214"/>
            <a:ext cx="2667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1" i="0">
                <a:solidFill>
                  <a:srgbClr val="3E5C7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650" b="1" i="0" dirty="0">
                <a:solidFill>
                  <a:srgbClr val="485C70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Router Agent Loop</a:t>
            </a:r>
            <a:endParaRPr sz="1650" b="1" i="0" dirty="0">
              <a:solidFill>
                <a:srgbClr val="485C70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46" name="TextBox 39">
            <a:extLst>
              <a:ext uri="{FF2B5EF4-FFF2-40B4-BE49-F238E27FC236}">
                <a16:creationId xmlns:a16="http://schemas.microsoft.com/office/drawing/2014/main" id="{75954D28-EDC7-FCBE-C68C-294B29FCCFC1}"/>
              </a:ext>
            </a:extLst>
          </p:cNvPr>
          <p:cNvSpPr>
            <a:spLocks noGrp="1"/>
          </p:cNvSpPr>
          <p:nvPr/>
        </p:nvSpPr>
        <p:spPr>
          <a:xfrm>
            <a:off x="5907068" y="679142"/>
            <a:ext cx="4523593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94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10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[VLM]  Understand the scene: table, red marker, bowl.</a:t>
            </a:r>
          </a:p>
          <a:p>
            <a:pPr>
              <a:defRPr sz="94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10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[Plan] Decompose the task: reconstruct → align → simulate.</a:t>
            </a:r>
          </a:p>
          <a:p>
            <a:pPr>
              <a:defRPr sz="94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10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[Route] Delegate execution: invoke skills, verify results, and refine.</a:t>
            </a:r>
            <a:endParaRPr sz="1100" b="0" i="0" dirty="0">
              <a:solidFill>
                <a:srgbClr val="2D343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1826" name="图片 46">
            <a:extLst>
              <a:ext uri="{FF2B5EF4-FFF2-40B4-BE49-F238E27FC236}">
                <a16:creationId xmlns:a16="http://schemas.microsoft.com/office/drawing/2014/main" id="{75B6C8B6-CCDE-3B82-D6C3-BAFC29A2C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440" y="93110"/>
            <a:ext cx="613002" cy="613002"/>
          </a:xfrm>
          <a:prstGeom prst="rect">
            <a:avLst/>
          </a:prstGeom>
        </p:spPr>
      </p:pic>
      <p:sp>
        <p:nvSpPr>
          <p:cNvPr id="48" name="Rounded Rectangle 37">
            <a:extLst>
              <a:ext uri="{FF2B5EF4-FFF2-40B4-BE49-F238E27FC236}">
                <a16:creationId xmlns:a16="http://schemas.microsoft.com/office/drawing/2014/main" id="{0E806288-73D5-9360-93E7-9CC8246D23D2}"/>
              </a:ext>
            </a:extLst>
          </p:cNvPr>
          <p:cNvSpPr>
            <a:spLocks noGrp="1"/>
          </p:cNvSpPr>
          <p:nvPr/>
        </p:nvSpPr>
        <p:spPr>
          <a:xfrm>
            <a:off x="2711920" y="5250708"/>
            <a:ext cx="5800725" cy="1472099"/>
          </a:xfrm>
          <a:prstGeom prst="roundRect">
            <a:avLst>
              <a:gd name="adj" fmla="val 8451"/>
            </a:avLst>
          </a:prstGeom>
          <a:solidFill>
            <a:srgbClr val="FEF0F9"/>
          </a:solidFill>
          <a:ln w="18098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dirty="0"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53" name="TextBox 38">
            <a:extLst>
              <a:ext uri="{FF2B5EF4-FFF2-40B4-BE49-F238E27FC236}">
                <a16:creationId xmlns:a16="http://schemas.microsoft.com/office/drawing/2014/main" id="{54FFBBBF-7467-0735-660F-B32593E6CA65}"/>
              </a:ext>
            </a:extLst>
          </p:cNvPr>
          <p:cNvSpPr>
            <a:spLocks noGrp="1"/>
          </p:cNvSpPr>
          <p:nvPr/>
        </p:nvSpPr>
        <p:spPr>
          <a:xfrm>
            <a:off x="2727324" y="5342230"/>
            <a:ext cx="55149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1" i="0">
                <a:solidFill>
                  <a:srgbClr val="3E5C7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650" b="1" dirty="0">
                <a:solidFill>
                  <a:schemeClr val="accent6">
                    <a:lumMod val="75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Construction</a:t>
            </a:r>
            <a:r>
              <a:rPr sz="1650" b="1" i="0" dirty="0">
                <a:solidFill>
                  <a:schemeClr val="accent6">
                    <a:lumMod val="75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</a:t>
            </a:r>
            <a:r>
              <a:rPr lang="en-US" sz="1650" b="1" dirty="0">
                <a:solidFill>
                  <a:schemeClr val="accent6">
                    <a:lumMod val="75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</a:t>
            </a:r>
            <a:r>
              <a:rPr lang="en-US" altLang="zh-CN" sz="1650" b="1" dirty="0">
                <a:solidFill>
                  <a:schemeClr val="accent6">
                    <a:lumMod val="75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kills</a:t>
            </a:r>
            <a:r>
              <a:rPr lang="en-US" sz="1650" b="1" i="0" dirty="0">
                <a:solidFill>
                  <a:schemeClr val="accent6">
                    <a:lumMod val="75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Library</a:t>
            </a:r>
            <a:endParaRPr sz="1650" b="1" i="0" dirty="0">
              <a:solidFill>
                <a:schemeClr val="accent6">
                  <a:lumMod val="75000"/>
                </a:schemeClr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1829" name="图片 64">
            <a:extLst>
              <a:ext uri="{FF2B5EF4-FFF2-40B4-BE49-F238E27FC236}">
                <a16:creationId xmlns:a16="http://schemas.microsoft.com/office/drawing/2014/main" id="{6A9691E1-599C-278C-15E6-8D0CED0AC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745" y="5860796"/>
            <a:ext cx="390525" cy="390525"/>
          </a:xfrm>
          <a:prstGeom prst="roundRect">
            <a:avLst>
              <a:gd name="adj" fmla="val 9756"/>
            </a:avLst>
          </a:prstGeom>
        </p:spPr>
      </p:pic>
      <p:pic>
        <p:nvPicPr>
          <p:cNvPr id="1830" name="图片 65">
            <a:extLst>
              <a:ext uri="{FF2B5EF4-FFF2-40B4-BE49-F238E27FC236}">
                <a16:creationId xmlns:a16="http://schemas.microsoft.com/office/drawing/2014/main" id="{7F6E6A6A-D2BA-3514-3599-148539A64F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395" y="5860796"/>
            <a:ext cx="390525" cy="390525"/>
          </a:xfrm>
          <a:prstGeom prst="roundRect">
            <a:avLst>
              <a:gd name="adj" fmla="val 9756"/>
            </a:avLst>
          </a:prstGeom>
        </p:spPr>
      </p:pic>
      <p:pic>
        <p:nvPicPr>
          <p:cNvPr id="1831" name="图片 67">
            <a:extLst>
              <a:ext uri="{FF2B5EF4-FFF2-40B4-BE49-F238E27FC236}">
                <a16:creationId xmlns:a16="http://schemas.microsoft.com/office/drawing/2014/main" id="{095EBABD-A3BE-BE55-5775-BE10C278F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6817195" y="5856033"/>
            <a:ext cx="390525" cy="400050"/>
          </a:xfrm>
          <a:prstGeom prst="roundRect">
            <a:avLst>
              <a:gd name="adj" fmla="val 9756"/>
            </a:avLst>
          </a:prstGeom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EFCF7882-8FC9-9620-09DA-5CCB759A87B7}"/>
              </a:ext>
            </a:extLst>
          </p:cNvPr>
          <p:cNvSpPr>
            <a:spLocks noGrp="1"/>
          </p:cNvSpPr>
          <p:nvPr/>
        </p:nvSpPr>
        <p:spPr>
          <a:xfrm>
            <a:off x="2864320" y="6313233"/>
            <a:ext cx="8286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1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Meshy</a:t>
            </a:r>
          </a:p>
        </p:txBody>
      </p:sp>
      <p:pic>
        <p:nvPicPr>
          <p:cNvPr id="1833" name="图片 73">
            <a:extLst>
              <a:ext uri="{FF2B5EF4-FFF2-40B4-BE49-F238E27FC236}">
                <a16:creationId xmlns:a16="http://schemas.microsoft.com/office/drawing/2014/main" id="{AA8E7C5A-22E5-A0F3-2ECD-532B6ABC145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BFDFE">
                  <a:alpha val="100000"/>
                </a:srgbClr>
              </a:clrFrom>
              <a:clrTo>
                <a:srgbClr val="FBFDFE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4016845" y="5865489"/>
            <a:ext cx="390525" cy="381137"/>
          </a:xfrm>
          <a:prstGeom prst="roundRect">
            <a:avLst>
              <a:gd name="adj" fmla="val 9756"/>
            </a:avLst>
          </a:prstGeom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C3A44DFF-CBE2-5918-671C-2F03E1F58ADE}"/>
              </a:ext>
            </a:extLst>
          </p:cNvPr>
          <p:cNvSpPr>
            <a:spLocks noGrp="1"/>
          </p:cNvSpPr>
          <p:nvPr/>
        </p:nvSpPr>
        <p:spPr>
          <a:xfrm>
            <a:off x="3797770" y="6313233"/>
            <a:ext cx="8286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1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Hunyuan3D</a:t>
            </a:r>
          </a:p>
        </p:txBody>
      </p:sp>
      <p:pic>
        <p:nvPicPr>
          <p:cNvPr id="1835" name="图片 76">
            <a:extLst>
              <a:ext uri="{FF2B5EF4-FFF2-40B4-BE49-F238E27FC236}">
                <a16:creationId xmlns:a16="http://schemas.microsoft.com/office/drawing/2014/main" id="{E58C5805-B7D2-18FA-13B8-CA2ADC5A8E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0295" y="5860796"/>
            <a:ext cx="390525" cy="390525"/>
          </a:xfrm>
          <a:prstGeom prst="roundRect">
            <a:avLst>
              <a:gd name="adj" fmla="val 9756"/>
            </a:avLst>
          </a:prstGeom>
        </p:spPr>
      </p:pic>
      <p:sp>
        <p:nvSpPr>
          <p:cNvPr id="78" name="文本框 77">
            <a:extLst>
              <a:ext uri="{FF2B5EF4-FFF2-40B4-BE49-F238E27FC236}">
                <a16:creationId xmlns:a16="http://schemas.microsoft.com/office/drawing/2014/main" id="{A8F14479-DB03-C182-5BC1-FA844AE8D007}"/>
              </a:ext>
            </a:extLst>
          </p:cNvPr>
          <p:cNvSpPr>
            <a:spLocks noGrp="1"/>
          </p:cNvSpPr>
          <p:nvPr/>
        </p:nvSpPr>
        <p:spPr>
          <a:xfrm>
            <a:off x="5664670" y="6313233"/>
            <a:ext cx="8286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1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Rodin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6A70AD4-1333-8EB4-86B4-BF112D4797D8}"/>
              </a:ext>
            </a:extLst>
          </p:cNvPr>
          <p:cNvSpPr>
            <a:spLocks noGrp="1"/>
          </p:cNvSpPr>
          <p:nvPr/>
        </p:nvSpPr>
        <p:spPr>
          <a:xfrm>
            <a:off x="6598120" y="6313233"/>
            <a:ext cx="8286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1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Image2ThreeJS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C7C11D8-ADD5-1E15-0C34-BBFB9F5E3022}"/>
              </a:ext>
            </a:extLst>
          </p:cNvPr>
          <p:cNvSpPr>
            <a:spLocks noGrp="1"/>
          </p:cNvSpPr>
          <p:nvPr/>
        </p:nvSpPr>
        <p:spPr>
          <a:xfrm>
            <a:off x="7531570" y="6313233"/>
            <a:ext cx="8286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1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Marble</a:t>
            </a:r>
          </a:p>
        </p:txBody>
      </p:sp>
      <p:sp>
        <p:nvSpPr>
          <p:cNvPr id="100" name="Rounded Rectangle 4">
            <a:extLst>
              <a:ext uri="{FF2B5EF4-FFF2-40B4-BE49-F238E27FC236}">
                <a16:creationId xmlns:a16="http://schemas.microsoft.com/office/drawing/2014/main" id="{C6F5BA05-2217-31CA-E458-55AB75E691CC}"/>
              </a:ext>
            </a:extLst>
          </p:cNvPr>
          <p:cNvSpPr>
            <a:spLocks noGrp="1"/>
          </p:cNvSpPr>
          <p:nvPr/>
        </p:nvSpPr>
        <p:spPr>
          <a:xfrm>
            <a:off x="2752725" y="1606159"/>
            <a:ext cx="9305471" cy="3360807"/>
          </a:xfrm>
          <a:prstGeom prst="roundRect">
            <a:avLst>
              <a:gd name="adj" fmla="val 2814"/>
            </a:avLst>
          </a:prstGeom>
          <a:solidFill>
            <a:srgbClr val="F8FCF6"/>
          </a:solidFill>
          <a:ln w="18098">
            <a:solidFill>
              <a:srgbClr val="93B97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anchor="ctr">
            <a:noAutofit/>
          </a:bodyPr>
          <a:lstStyle/>
          <a:p>
            <a:pPr lvl="0" algn="ctr">
              <a:buClrTx/>
              <a:buSzTx/>
              <a:buFontTx/>
              <a:buNone/>
              <a:defRPr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57ADA3D-B0CC-3CA1-DD85-E82AAA3CE8CF}"/>
              </a:ext>
            </a:extLst>
          </p:cNvPr>
          <p:cNvSpPr>
            <a:spLocks noGrp="1"/>
          </p:cNvSpPr>
          <p:nvPr/>
        </p:nvSpPr>
        <p:spPr>
          <a:xfrm>
            <a:off x="3010654" y="1546906"/>
            <a:ext cx="8972550" cy="446706"/>
          </a:xfrm>
          <a:prstGeom prst="rect">
            <a:avLst/>
          </a:prstGeom>
          <a:noFill/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none" lIns="0" tIns="0" rIns="0" bIns="0" anchor="ctr">
            <a:noAutofit/>
          </a:bodyPr>
          <a:lstStyle/>
          <a:p>
            <a:pPr lvl="0" algn="ctr">
              <a:buClrTx/>
              <a:buSzTx/>
              <a:buFontTx/>
              <a:buNone/>
              <a:defRPr sz="1650" b="1" i="0">
                <a:solidFill>
                  <a:srgbClr val="315E6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altLang="zh-CN" sz="1650" b="1" dirty="0">
                <a:solidFill>
                  <a:srgbClr val="527E3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Agent-As-Tool</a:t>
            </a:r>
            <a:endParaRPr lang="en-US" altLang="zh-CN" sz="1650" b="1" i="0" dirty="0">
              <a:solidFill>
                <a:srgbClr val="527E3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45" name="Rounded Rectangle 4">
            <a:extLst>
              <a:ext uri="{FF2B5EF4-FFF2-40B4-BE49-F238E27FC236}">
                <a16:creationId xmlns:a16="http://schemas.microsoft.com/office/drawing/2014/main" id="{B6D8F32E-C812-6DD7-A71B-FB1CAA8E079D}"/>
              </a:ext>
            </a:extLst>
          </p:cNvPr>
          <p:cNvSpPr>
            <a:spLocks noGrp="1"/>
          </p:cNvSpPr>
          <p:nvPr/>
        </p:nvSpPr>
        <p:spPr>
          <a:xfrm>
            <a:off x="2917972" y="1993612"/>
            <a:ext cx="1956123" cy="2867359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859">
            <a:solidFill>
              <a:srgbClr val="A4C58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dirty="0"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24F4B640-F17D-53AF-D71D-7EF2AC1F4283}"/>
              </a:ext>
            </a:extLst>
          </p:cNvPr>
          <p:cNvSpPr>
            <a:spLocks noGrp="1"/>
          </p:cNvSpPr>
          <p:nvPr/>
        </p:nvSpPr>
        <p:spPr>
          <a:xfrm>
            <a:off x="3048670" y="1040171"/>
            <a:ext cx="2552701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1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i="1" dirty="0">
                <a:solidFill>
                  <a:srgbClr val="2D343B"/>
                </a:solidFill>
                <a:latin typeface="Comic Sans MS" panose="030F0902030302020204" charset="0"/>
                <a:ea typeface="Comic Sans MS" panose="030F0902030302020204"/>
                <a:cs typeface="Comic Sans MS" panose="030F0902030302020204" charset="0"/>
              </a:rPr>
              <a:t>“Put the red marker</a:t>
            </a:r>
          </a:p>
          <a:p>
            <a:pPr algn="ctr">
              <a:lnSpc>
                <a:spcPct val="100000"/>
              </a:lnSpc>
              <a:buNone/>
              <a:defRPr sz="1050" b="0" i="1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i="1" dirty="0">
                <a:solidFill>
                  <a:srgbClr val="2D343B"/>
                </a:solidFill>
                <a:latin typeface="Comic Sans MS" panose="030F0902030302020204" charset="0"/>
                <a:ea typeface="Comic Sans MS" panose="030F0902030302020204"/>
                <a:cs typeface="Comic Sans MS" panose="030F0902030302020204" charset="0"/>
              </a:rPr>
              <a:t>inside the white bowl.”</a:t>
            </a:r>
          </a:p>
        </p:txBody>
      </p:sp>
      <p:sp>
        <p:nvSpPr>
          <p:cNvPr id="153" name="Rounded Rectangle 4">
            <a:extLst>
              <a:ext uri="{FF2B5EF4-FFF2-40B4-BE49-F238E27FC236}">
                <a16:creationId xmlns:a16="http://schemas.microsoft.com/office/drawing/2014/main" id="{58F36E99-85F4-9D02-5027-28446F32B098}"/>
              </a:ext>
            </a:extLst>
          </p:cNvPr>
          <p:cNvSpPr>
            <a:spLocks noGrp="1"/>
          </p:cNvSpPr>
          <p:nvPr/>
        </p:nvSpPr>
        <p:spPr>
          <a:xfrm>
            <a:off x="4985309" y="2000725"/>
            <a:ext cx="2086843" cy="287257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859">
            <a:solidFill>
              <a:srgbClr val="A4C58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dirty="0"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1846" name="图片 155">
            <a:extLst>
              <a:ext uri="{FF2B5EF4-FFF2-40B4-BE49-F238E27FC236}">
                <a16:creationId xmlns:a16="http://schemas.microsoft.com/office/drawing/2014/main" id="{8FF37E7A-B1B2-9DA6-2D10-B2465B6E25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671" y="578007"/>
            <a:ext cx="609600" cy="342900"/>
          </a:xfrm>
          <a:prstGeom prst="roundRect">
            <a:avLst>
              <a:gd name="adj" fmla="val 8333"/>
            </a:avLst>
          </a:prstGeom>
        </p:spPr>
      </p:pic>
      <p:pic>
        <p:nvPicPr>
          <p:cNvPr id="1847" name="图片 156">
            <a:extLst>
              <a:ext uri="{FF2B5EF4-FFF2-40B4-BE49-F238E27FC236}">
                <a16:creationId xmlns:a16="http://schemas.microsoft.com/office/drawing/2014/main" id="{FC10EF9C-DE64-07B6-A17F-B44C25819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6371" y="578007"/>
            <a:ext cx="609600" cy="342900"/>
          </a:xfrm>
          <a:prstGeom prst="roundRect">
            <a:avLst>
              <a:gd name="adj" fmla="val 8333"/>
            </a:avLst>
          </a:prstGeom>
        </p:spPr>
      </p:pic>
      <p:pic>
        <p:nvPicPr>
          <p:cNvPr id="1848" name="图片 157">
            <a:extLst>
              <a:ext uri="{FF2B5EF4-FFF2-40B4-BE49-F238E27FC236}">
                <a16:creationId xmlns:a16="http://schemas.microsoft.com/office/drawing/2014/main" id="{5C93D228-96B4-DC58-76D0-FE9A727891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4071" y="578007"/>
            <a:ext cx="609600" cy="342900"/>
          </a:xfrm>
          <a:prstGeom prst="roundRect">
            <a:avLst>
              <a:gd name="adj" fmla="val 8333"/>
            </a:avLst>
          </a:prstGeom>
        </p:spPr>
      </p:pic>
      <p:pic>
        <p:nvPicPr>
          <p:cNvPr id="1849" name="图片 158">
            <a:extLst>
              <a:ext uri="{FF2B5EF4-FFF2-40B4-BE49-F238E27FC236}">
                <a16:creationId xmlns:a16="http://schemas.microsoft.com/office/drawing/2014/main" id="{88EB7686-2C7D-71EC-3B2F-1E337F59CB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1771" y="578007"/>
            <a:ext cx="609600" cy="342900"/>
          </a:xfrm>
          <a:prstGeom prst="roundRect">
            <a:avLst>
              <a:gd name="adj" fmla="val 8333"/>
            </a:avLst>
          </a:prstGeom>
        </p:spPr>
      </p:pic>
      <p:sp>
        <p:nvSpPr>
          <p:cNvPr id="200" name="Step 0 title">
            <a:extLst>
              <a:ext uri="{FF2B5EF4-FFF2-40B4-BE49-F238E27FC236}">
                <a16:creationId xmlns:a16="http://schemas.microsoft.com/office/drawing/2014/main" id="{A37A57F4-8D64-1EA7-8C66-62FF5E845F08}"/>
              </a:ext>
            </a:extLst>
          </p:cNvPr>
          <p:cNvSpPr>
            <a:spLocks noGrp="1"/>
          </p:cNvSpPr>
          <p:nvPr/>
        </p:nvSpPr>
        <p:spPr>
          <a:xfrm>
            <a:off x="3119132" y="2086891"/>
            <a:ext cx="22669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200" b="1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</a:t>
            </a:r>
            <a:r>
              <a:rPr lang="en-US" sz="1200" b="1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econstruction</a:t>
            </a:r>
            <a:r>
              <a:rPr sz="1200" b="1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</a:t>
            </a:r>
            <a:r>
              <a:rPr lang="en-US" sz="1200" b="1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A</a:t>
            </a:r>
            <a:r>
              <a:rPr lang="en-US" altLang="zh-CN" sz="1200" b="1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gent</a:t>
            </a:r>
            <a:endParaRPr sz="1200" b="1" i="0" dirty="0">
              <a:solidFill>
                <a:srgbClr val="2D343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3" name="Step 0 title">
            <a:extLst>
              <a:ext uri="{FF2B5EF4-FFF2-40B4-BE49-F238E27FC236}">
                <a16:creationId xmlns:a16="http://schemas.microsoft.com/office/drawing/2014/main" id="{F42984AB-2A91-3565-3B4D-492B35CE8582}"/>
              </a:ext>
            </a:extLst>
          </p:cNvPr>
          <p:cNvSpPr>
            <a:spLocks noGrp="1"/>
          </p:cNvSpPr>
          <p:nvPr/>
        </p:nvSpPr>
        <p:spPr>
          <a:xfrm>
            <a:off x="5314392" y="2082992"/>
            <a:ext cx="22669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altLang="zh-CN" sz="1200" b="1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Calibration Agent</a:t>
            </a:r>
            <a:endParaRPr sz="1200" b="1" i="0" dirty="0">
              <a:solidFill>
                <a:srgbClr val="2D343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741" name="Rounded Rectangle 4">
            <a:extLst>
              <a:ext uri="{FF2B5EF4-FFF2-40B4-BE49-F238E27FC236}">
                <a16:creationId xmlns:a16="http://schemas.microsoft.com/office/drawing/2014/main" id="{9EC544A5-8B78-56C5-8ED5-0DC3143C2482}"/>
              </a:ext>
            </a:extLst>
          </p:cNvPr>
          <p:cNvSpPr>
            <a:spLocks noGrp="1"/>
          </p:cNvSpPr>
          <p:nvPr/>
        </p:nvSpPr>
        <p:spPr>
          <a:xfrm>
            <a:off x="7164780" y="1988482"/>
            <a:ext cx="2863147" cy="2884817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859">
            <a:solidFill>
              <a:srgbClr val="A4C58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dirty="0"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743" name="Step 0 title">
            <a:extLst>
              <a:ext uri="{FF2B5EF4-FFF2-40B4-BE49-F238E27FC236}">
                <a16:creationId xmlns:a16="http://schemas.microsoft.com/office/drawing/2014/main" id="{4AF4A1C7-71CD-2DC1-1B66-6FBFE49254ED}"/>
              </a:ext>
            </a:extLst>
          </p:cNvPr>
          <p:cNvSpPr>
            <a:spLocks noGrp="1"/>
          </p:cNvSpPr>
          <p:nvPr/>
        </p:nvSpPr>
        <p:spPr>
          <a:xfrm>
            <a:off x="7520311" y="2080080"/>
            <a:ext cx="2730021" cy="2124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200" b="1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Layout agent</a:t>
            </a:r>
            <a:endParaRPr sz="1200" b="1" i="0" dirty="0">
              <a:solidFill>
                <a:srgbClr val="2D343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1874" name="图片 749">
            <a:extLst>
              <a:ext uri="{FF2B5EF4-FFF2-40B4-BE49-F238E27FC236}">
                <a16:creationId xmlns:a16="http://schemas.microsoft.com/office/drawing/2014/main" id="{A947AA3D-D03F-532B-5126-5A2C061A6BC9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3280099" y="3860090"/>
            <a:ext cx="1173366" cy="660018"/>
          </a:xfrm>
          <a:prstGeom prst="roundRect">
            <a:avLst/>
          </a:prstGeom>
        </p:spPr>
      </p:pic>
      <p:sp>
        <p:nvSpPr>
          <p:cNvPr id="756" name="文本框 755">
            <a:extLst>
              <a:ext uri="{FF2B5EF4-FFF2-40B4-BE49-F238E27FC236}">
                <a16:creationId xmlns:a16="http://schemas.microsoft.com/office/drawing/2014/main" id="{9FA2485D-2506-F2B6-66CB-C683372B6FBC}"/>
              </a:ext>
            </a:extLst>
          </p:cNvPr>
          <p:cNvSpPr>
            <a:spLocks noGrp="1"/>
          </p:cNvSpPr>
          <p:nvPr/>
        </p:nvSpPr>
        <p:spPr>
          <a:xfrm>
            <a:off x="2955015" y="4591485"/>
            <a:ext cx="182880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Static scene </a:t>
            </a:r>
          </a:p>
        </p:txBody>
      </p:sp>
      <p:sp>
        <p:nvSpPr>
          <p:cNvPr id="758" name="Step 0 title">
            <a:extLst>
              <a:ext uri="{FF2B5EF4-FFF2-40B4-BE49-F238E27FC236}">
                <a16:creationId xmlns:a16="http://schemas.microsoft.com/office/drawing/2014/main" id="{93FC580F-B9B7-44CC-14D6-50ABDE540E12}"/>
              </a:ext>
            </a:extLst>
          </p:cNvPr>
          <p:cNvSpPr>
            <a:spLocks noGrp="1"/>
          </p:cNvSpPr>
          <p:nvPr/>
        </p:nvSpPr>
        <p:spPr>
          <a:xfrm>
            <a:off x="3284346" y="3565073"/>
            <a:ext cx="15430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00" b="1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Scene Generation</a:t>
            </a:r>
          </a:p>
        </p:txBody>
      </p:sp>
      <p:sp>
        <p:nvSpPr>
          <p:cNvPr id="872" name="文本框 871">
            <a:extLst>
              <a:ext uri="{FF2B5EF4-FFF2-40B4-BE49-F238E27FC236}">
                <a16:creationId xmlns:a16="http://schemas.microsoft.com/office/drawing/2014/main" id="{28A08BF3-1496-1CDF-EA9D-302D0B1FCEA3}"/>
              </a:ext>
            </a:extLst>
          </p:cNvPr>
          <p:cNvSpPr>
            <a:spLocks noGrp="1"/>
          </p:cNvSpPr>
          <p:nvPr/>
        </p:nvSpPr>
        <p:spPr>
          <a:xfrm>
            <a:off x="5207617" y="3244582"/>
            <a:ext cx="1733550" cy="714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6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</a:t>
            </a:r>
            <a:r>
              <a:rPr lang="en-US" altLang="zh-CN" sz="86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orrespondence Initialization</a:t>
            </a:r>
            <a:endParaRPr sz="865" b="0" i="0" dirty="0">
              <a:solidFill>
                <a:srgbClr val="58677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1882" name="图片 866">
            <a:extLst>
              <a:ext uri="{FF2B5EF4-FFF2-40B4-BE49-F238E27FC236}">
                <a16:creationId xmlns:a16="http://schemas.microsoft.com/office/drawing/2014/main" id="{04DD157C-2FE7-DB45-24B4-3356B53410D8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7437152" y="2441908"/>
            <a:ext cx="923278" cy="519344"/>
          </a:xfrm>
          <a:prstGeom prst="roundRect">
            <a:avLst/>
          </a:prstGeom>
        </p:spPr>
      </p:pic>
      <p:sp>
        <p:nvSpPr>
          <p:cNvPr id="877" name="Step 0 title">
            <a:extLst>
              <a:ext uri="{FF2B5EF4-FFF2-40B4-BE49-F238E27FC236}">
                <a16:creationId xmlns:a16="http://schemas.microsoft.com/office/drawing/2014/main" id="{3DAC2ABD-2D11-D45C-9E2B-BD7F8AA0C542}"/>
              </a:ext>
            </a:extLst>
          </p:cNvPr>
          <p:cNvSpPr>
            <a:spLocks noGrp="1"/>
          </p:cNvSpPr>
          <p:nvPr/>
        </p:nvSpPr>
        <p:spPr>
          <a:xfrm>
            <a:off x="3436741" y="2388961"/>
            <a:ext cx="14478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00" b="1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Object Generation</a:t>
            </a:r>
          </a:p>
        </p:txBody>
      </p:sp>
      <p:pic>
        <p:nvPicPr>
          <p:cNvPr id="1886" name="图片 754">
            <a:extLst>
              <a:ext uri="{FF2B5EF4-FFF2-40B4-BE49-F238E27FC236}">
                <a16:creationId xmlns:a16="http://schemas.microsoft.com/office/drawing/2014/main" id="{C552B8AF-1254-68D0-792E-1877F69F3F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3207659" y="2747904"/>
            <a:ext cx="525008" cy="158135"/>
          </a:xfrm>
          <a:prstGeom prst="rect">
            <a:avLst/>
          </a:prstGeom>
        </p:spPr>
      </p:pic>
      <p:pic>
        <p:nvPicPr>
          <p:cNvPr id="1887" name="图片 880">
            <a:extLst>
              <a:ext uri="{FF2B5EF4-FFF2-40B4-BE49-F238E27FC236}">
                <a16:creationId xmlns:a16="http://schemas.microsoft.com/office/drawing/2014/main" id="{F998BE71-D756-EF6B-C159-A05A3E64CA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3756055" y="2605089"/>
            <a:ext cx="619125" cy="466725"/>
          </a:xfrm>
          <a:prstGeom prst="rect">
            <a:avLst/>
          </a:prstGeom>
        </p:spPr>
      </p:pic>
      <p:sp>
        <p:nvSpPr>
          <p:cNvPr id="847" name="Calibration editor line number 0">
            <a:extLst>
              <a:ext uri="{FF2B5EF4-FFF2-40B4-BE49-F238E27FC236}">
                <a16:creationId xmlns:a16="http://schemas.microsoft.com/office/drawing/2014/main" id="{9857B323-55D5-5B75-2F57-083A7137C56B}"/>
              </a:ext>
            </a:extLst>
          </p:cNvPr>
          <p:cNvSpPr>
            <a:spLocks noGrp="1"/>
          </p:cNvSpPr>
          <p:nvPr/>
        </p:nvSpPr>
        <p:spPr>
          <a:xfrm>
            <a:off x="5368485" y="4007760"/>
            <a:ext cx="133350" cy="1209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1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sz="715" b="0" i="0" dirty="0">
              <a:solidFill>
                <a:srgbClr val="58677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849" name="Calibration editor line number 1">
            <a:extLst>
              <a:ext uri="{FF2B5EF4-FFF2-40B4-BE49-F238E27FC236}">
                <a16:creationId xmlns:a16="http://schemas.microsoft.com/office/drawing/2014/main" id="{B4170D50-7444-DC86-99D8-BA2CEA7026C7}"/>
              </a:ext>
            </a:extLst>
          </p:cNvPr>
          <p:cNvSpPr>
            <a:spLocks noGrp="1"/>
          </p:cNvSpPr>
          <p:nvPr/>
        </p:nvSpPr>
        <p:spPr>
          <a:xfrm>
            <a:off x="5361227" y="4143242"/>
            <a:ext cx="133350" cy="1209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1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sz="715" b="0" i="0" dirty="0">
              <a:solidFill>
                <a:srgbClr val="58677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851" name="Calibration editor line number 2">
            <a:extLst>
              <a:ext uri="{FF2B5EF4-FFF2-40B4-BE49-F238E27FC236}">
                <a16:creationId xmlns:a16="http://schemas.microsoft.com/office/drawing/2014/main" id="{BE5F9EFA-4D09-D5C7-0357-298E56E4FD95}"/>
              </a:ext>
            </a:extLst>
          </p:cNvPr>
          <p:cNvSpPr>
            <a:spLocks noGrp="1"/>
          </p:cNvSpPr>
          <p:nvPr/>
        </p:nvSpPr>
        <p:spPr>
          <a:xfrm>
            <a:off x="5361229" y="4264207"/>
            <a:ext cx="133350" cy="1209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1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sz="715" b="0" i="0" dirty="0">
              <a:solidFill>
                <a:srgbClr val="58677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853" name="Calibration editor line number 3">
            <a:extLst>
              <a:ext uri="{FF2B5EF4-FFF2-40B4-BE49-F238E27FC236}">
                <a16:creationId xmlns:a16="http://schemas.microsoft.com/office/drawing/2014/main" id="{FD932AB7-A9E5-8D49-3C1F-ED403DE5D46C}"/>
              </a:ext>
            </a:extLst>
          </p:cNvPr>
          <p:cNvSpPr>
            <a:spLocks noGrp="1"/>
          </p:cNvSpPr>
          <p:nvPr/>
        </p:nvSpPr>
        <p:spPr>
          <a:xfrm>
            <a:off x="5361227" y="4375932"/>
            <a:ext cx="133350" cy="1209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1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sz="715" b="0" i="0" dirty="0">
              <a:solidFill>
                <a:srgbClr val="58677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855" name="Calibration editor line number 4">
            <a:extLst>
              <a:ext uri="{FF2B5EF4-FFF2-40B4-BE49-F238E27FC236}">
                <a16:creationId xmlns:a16="http://schemas.microsoft.com/office/drawing/2014/main" id="{32BF6635-B620-1BD7-6CFE-5DE90EAC3796}"/>
              </a:ext>
            </a:extLst>
          </p:cNvPr>
          <p:cNvSpPr>
            <a:spLocks noGrp="1"/>
          </p:cNvSpPr>
          <p:nvPr/>
        </p:nvSpPr>
        <p:spPr>
          <a:xfrm>
            <a:off x="5368485" y="4499875"/>
            <a:ext cx="133350" cy="1209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1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sz="715" b="0" i="0" dirty="0">
              <a:solidFill>
                <a:srgbClr val="58677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856" name="Calibration editor code 4">
            <a:extLst>
              <a:ext uri="{FF2B5EF4-FFF2-40B4-BE49-F238E27FC236}">
                <a16:creationId xmlns:a16="http://schemas.microsoft.com/office/drawing/2014/main" id="{03548926-688D-2521-78BB-9B24D0EFCBDE}"/>
              </a:ext>
            </a:extLst>
          </p:cNvPr>
          <p:cNvSpPr>
            <a:spLocks noGrp="1"/>
          </p:cNvSpPr>
          <p:nvPr/>
        </p:nvSpPr>
        <p:spPr>
          <a:xfrm>
            <a:off x="5542641" y="4491631"/>
            <a:ext cx="1800225" cy="1209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9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sz="790" b="0" i="0" dirty="0">
              <a:solidFill>
                <a:srgbClr val="2D343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913" name="Assembly editor window">
            <a:extLst>
              <a:ext uri="{FF2B5EF4-FFF2-40B4-BE49-F238E27FC236}">
                <a16:creationId xmlns:a16="http://schemas.microsoft.com/office/drawing/2014/main" id="{E60A4713-99DC-02E3-8731-C647A816BA29}"/>
              </a:ext>
            </a:extLst>
          </p:cNvPr>
          <p:cNvSpPr>
            <a:spLocks noGrp="1"/>
          </p:cNvSpPr>
          <p:nvPr/>
        </p:nvSpPr>
        <p:spPr>
          <a:xfrm>
            <a:off x="7368259" y="3788128"/>
            <a:ext cx="2520862" cy="962025"/>
          </a:xfrm>
          <a:prstGeom prst="roundRect">
            <a:avLst>
              <a:gd name="adj" fmla="val 4950"/>
            </a:avLst>
          </a:prstGeom>
          <a:solidFill>
            <a:srgbClr val="F6F8F4"/>
          </a:solidFill>
          <a:ln w="6668">
            <a:solidFill>
              <a:srgbClr val="C7D8B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14" name="Assembly editor tab bottom">
            <a:extLst>
              <a:ext uri="{FF2B5EF4-FFF2-40B4-BE49-F238E27FC236}">
                <a16:creationId xmlns:a16="http://schemas.microsoft.com/office/drawing/2014/main" id="{932E4A51-056B-BD8D-D24D-D8D802412278}"/>
              </a:ext>
            </a:extLst>
          </p:cNvPr>
          <p:cNvSpPr>
            <a:spLocks noGrp="1"/>
          </p:cNvSpPr>
          <p:nvPr/>
        </p:nvSpPr>
        <p:spPr>
          <a:xfrm flipV="1">
            <a:off x="7375215" y="3923485"/>
            <a:ext cx="2513906" cy="80641"/>
          </a:xfrm>
          <a:custGeom>
            <a:avLst/>
            <a:gdLst/>
            <a:ahLst/>
            <a:cxnLst/>
            <a:rect l="0" t="0" r="0" b="0"/>
            <a:pathLst>
              <a:path w="2962275" h="95">
                <a:moveTo>
                  <a:pt x="0" y="0"/>
                </a:moveTo>
                <a:lnTo>
                  <a:pt x="2962275" y="0"/>
                </a:lnTo>
              </a:path>
            </a:pathLst>
          </a:custGeom>
          <a:noFill/>
          <a:ln w="6668">
            <a:solidFill>
              <a:srgbClr val="C7D8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17" name="Assembly editor filename">
            <a:extLst>
              <a:ext uri="{FF2B5EF4-FFF2-40B4-BE49-F238E27FC236}">
                <a16:creationId xmlns:a16="http://schemas.microsoft.com/office/drawing/2014/main" id="{67EC3991-4E33-3A6C-9227-522D1AF02640}"/>
              </a:ext>
            </a:extLst>
          </p:cNvPr>
          <p:cNvSpPr>
            <a:spLocks noGrp="1"/>
          </p:cNvSpPr>
          <p:nvPr/>
        </p:nvSpPr>
        <p:spPr>
          <a:xfrm>
            <a:off x="7503803" y="3809241"/>
            <a:ext cx="25241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90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90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T_camw_assembly.py</a:t>
            </a:r>
          </a:p>
        </p:txBody>
      </p:sp>
      <p:sp>
        <p:nvSpPr>
          <p:cNvPr id="924" name="Assembly editor line number 0">
            <a:extLst>
              <a:ext uri="{FF2B5EF4-FFF2-40B4-BE49-F238E27FC236}">
                <a16:creationId xmlns:a16="http://schemas.microsoft.com/office/drawing/2014/main" id="{7023DA17-7629-FAE0-480A-8218823F1274}"/>
              </a:ext>
            </a:extLst>
          </p:cNvPr>
          <p:cNvSpPr>
            <a:spLocks noGrp="1"/>
          </p:cNvSpPr>
          <p:nvPr/>
        </p:nvSpPr>
        <p:spPr>
          <a:xfrm>
            <a:off x="7425491" y="3996189"/>
            <a:ext cx="133350" cy="1343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1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1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1</a:t>
            </a:r>
          </a:p>
        </p:txBody>
      </p:sp>
      <p:sp>
        <p:nvSpPr>
          <p:cNvPr id="925" name="Assembly editor code 0">
            <a:extLst>
              <a:ext uri="{FF2B5EF4-FFF2-40B4-BE49-F238E27FC236}">
                <a16:creationId xmlns:a16="http://schemas.microsoft.com/office/drawing/2014/main" id="{48BB4191-8E47-6F95-BDD4-D78B83C46881}"/>
              </a:ext>
            </a:extLst>
          </p:cNvPr>
          <p:cNvSpPr>
            <a:spLocks noGrp="1"/>
          </p:cNvSpPr>
          <p:nvPr/>
        </p:nvSpPr>
        <p:spPr>
          <a:xfrm>
            <a:off x="7601084" y="4004935"/>
            <a:ext cx="2524125" cy="1343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9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90" b="0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# assemble final scene</a:t>
            </a:r>
          </a:p>
        </p:txBody>
      </p:sp>
      <p:sp>
        <p:nvSpPr>
          <p:cNvPr id="926" name="Assembly editor line number 1">
            <a:extLst>
              <a:ext uri="{FF2B5EF4-FFF2-40B4-BE49-F238E27FC236}">
                <a16:creationId xmlns:a16="http://schemas.microsoft.com/office/drawing/2014/main" id="{CD27F5AC-84ED-7A8F-FC48-1097F57A5410}"/>
              </a:ext>
            </a:extLst>
          </p:cNvPr>
          <p:cNvSpPr>
            <a:spLocks noGrp="1"/>
          </p:cNvSpPr>
          <p:nvPr/>
        </p:nvSpPr>
        <p:spPr>
          <a:xfrm>
            <a:off x="7423904" y="4138430"/>
            <a:ext cx="133350" cy="1343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1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1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2</a:t>
            </a:r>
          </a:p>
        </p:txBody>
      </p:sp>
      <p:sp>
        <p:nvSpPr>
          <p:cNvPr id="927" name="Assembly editor code 1">
            <a:extLst>
              <a:ext uri="{FF2B5EF4-FFF2-40B4-BE49-F238E27FC236}">
                <a16:creationId xmlns:a16="http://schemas.microsoft.com/office/drawing/2014/main" id="{70C7E396-DD44-A691-6E93-47F150C75CCA}"/>
              </a:ext>
            </a:extLst>
          </p:cNvPr>
          <p:cNvSpPr>
            <a:spLocks noGrp="1"/>
          </p:cNvSpPr>
          <p:nvPr/>
        </p:nvSpPr>
        <p:spPr>
          <a:xfrm>
            <a:off x="7615600" y="4131981"/>
            <a:ext cx="2524125" cy="1343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9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90" b="0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scene.add</a:t>
            </a:r>
            <a:r>
              <a:rPr sz="790" b="0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(</a:t>
            </a:r>
            <a:r>
              <a:rPr sz="790" b="0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red_marker</a:t>
            </a:r>
            <a:r>
              <a:rPr sz="790" b="0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, </a:t>
            </a:r>
            <a:r>
              <a:rPr sz="790" b="0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pose_red_marker</a:t>
            </a:r>
            <a:r>
              <a:rPr sz="790" b="0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)</a:t>
            </a:r>
          </a:p>
        </p:txBody>
      </p:sp>
      <p:sp>
        <p:nvSpPr>
          <p:cNvPr id="928" name="Assembly editor line number 2">
            <a:extLst>
              <a:ext uri="{FF2B5EF4-FFF2-40B4-BE49-F238E27FC236}">
                <a16:creationId xmlns:a16="http://schemas.microsoft.com/office/drawing/2014/main" id="{07C500BB-5FEE-917A-3280-514F9EA7D9F8}"/>
              </a:ext>
            </a:extLst>
          </p:cNvPr>
          <p:cNvSpPr>
            <a:spLocks noGrp="1"/>
          </p:cNvSpPr>
          <p:nvPr/>
        </p:nvSpPr>
        <p:spPr>
          <a:xfrm>
            <a:off x="7426625" y="4263638"/>
            <a:ext cx="133350" cy="1343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1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1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3</a:t>
            </a:r>
          </a:p>
        </p:txBody>
      </p:sp>
      <p:sp>
        <p:nvSpPr>
          <p:cNvPr id="929" name="Assembly editor code 2">
            <a:extLst>
              <a:ext uri="{FF2B5EF4-FFF2-40B4-BE49-F238E27FC236}">
                <a16:creationId xmlns:a16="http://schemas.microsoft.com/office/drawing/2014/main" id="{ED29340F-FA22-C253-8CB7-9A268D519BFC}"/>
              </a:ext>
            </a:extLst>
          </p:cNvPr>
          <p:cNvSpPr>
            <a:spLocks noGrp="1"/>
          </p:cNvSpPr>
          <p:nvPr/>
        </p:nvSpPr>
        <p:spPr>
          <a:xfrm>
            <a:off x="7615598" y="4266283"/>
            <a:ext cx="2524125" cy="1343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9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90" b="0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scene.add</a:t>
            </a:r>
            <a:r>
              <a:rPr sz="790" b="0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(bowl, </a:t>
            </a:r>
            <a:r>
              <a:rPr sz="790" b="0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pose_bowl</a:t>
            </a:r>
            <a:r>
              <a:rPr sz="790" b="0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)</a:t>
            </a:r>
          </a:p>
        </p:txBody>
      </p:sp>
      <p:sp>
        <p:nvSpPr>
          <p:cNvPr id="930" name="Assembly editor line number 3">
            <a:extLst>
              <a:ext uri="{FF2B5EF4-FFF2-40B4-BE49-F238E27FC236}">
                <a16:creationId xmlns:a16="http://schemas.microsoft.com/office/drawing/2014/main" id="{E8C8EB93-B310-A231-AFD4-57217D5C1A95}"/>
              </a:ext>
            </a:extLst>
          </p:cNvPr>
          <p:cNvSpPr>
            <a:spLocks noGrp="1"/>
          </p:cNvSpPr>
          <p:nvPr/>
        </p:nvSpPr>
        <p:spPr>
          <a:xfrm>
            <a:off x="7430254" y="4406402"/>
            <a:ext cx="133350" cy="1343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1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1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4</a:t>
            </a:r>
          </a:p>
        </p:txBody>
      </p:sp>
      <p:sp>
        <p:nvSpPr>
          <p:cNvPr id="931" name="Assembly editor code 3">
            <a:extLst>
              <a:ext uri="{FF2B5EF4-FFF2-40B4-BE49-F238E27FC236}">
                <a16:creationId xmlns:a16="http://schemas.microsoft.com/office/drawing/2014/main" id="{FE0B1159-2114-92A8-65B4-347700D50F81}"/>
              </a:ext>
            </a:extLst>
          </p:cNvPr>
          <p:cNvSpPr>
            <a:spLocks noGrp="1"/>
          </p:cNvSpPr>
          <p:nvPr/>
        </p:nvSpPr>
        <p:spPr>
          <a:xfrm>
            <a:off x="7615599" y="4400586"/>
            <a:ext cx="2524125" cy="1343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9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90" b="0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scene.set_camera</a:t>
            </a:r>
            <a:r>
              <a:rPr sz="790" b="0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(</a:t>
            </a:r>
            <a:r>
              <a:rPr sz="790" b="0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T_camw</a:t>
            </a:r>
            <a:r>
              <a:rPr sz="790" b="0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)</a:t>
            </a:r>
          </a:p>
        </p:txBody>
      </p:sp>
      <p:sp>
        <p:nvSpPr>
          <p:cNvPr id="934" name="Assembly editor line number 2">
            <a:extLst>
              <a:ext uri="{FF2B5EF4-FFF2-40B4-BE49-F238E27FC236}">
                <a16:creationId xmlns:a16="http://schemas.microsoft.com/office/drawing/2014/main" id="{3BD4458C-A661-F346-59BB-9CE70F8D711E}"/>
              </a:ext>
            </a:extLst>
          </p:cNvPr>
          <p:cNvSpPr>
            <a:spLocks noGrp="1"/>
          </p:cNvSpPr>
          <p:nvPr/>
        </p:nvSpPr>
        <p:spPr>
          <a:xfrm>
            <a:off x="7439325" y="4547587"/>
            <a:ext cx="133350" cy="1343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1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1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5</a:t>
            </a:r>
          </a:p>
        </p:txBody>
      </p:sp>
      <p:sp>
        <p:nvSpPr>
          <p:cNvPr id="935" name="Assembly editor code 2">
            <a:extLst>
              <a:ext uri="{FF2B5EF4-FFF2-40B4-BE49-F238E27FC236}">
                <a16:creationId xmlns:a16="http://schemas.microsoft.com/office/drawing/2014/main" id="{022AAA00-F54E-0BCC-E011-C8285720A3ED}"/>
              </a:ext>
            </a:extLst>
          </p:cNvPr>
          <p:cNvSpPr>
            <a:spLocks noGrp="1"/>
          </p:cNvSpPr>
          <p:nvPr/>
        </p:nvSpPr>
        <p:spPr>
          <a:xfrm>
            <a:off x="7622859" y="4534888"/>
            <a:ext cx="2524125" cy="1343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9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790" b="0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scene.save</a:t>
            </a:r>
            <a:r>
              <a:rPr sz="790" b="0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("</a:t>
            </a:r>
            <a:r>
              <a:rPr sz="790" b="0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scene.usdz</a:t>
            </a:r>
            <a:r>
              <a:rPr sz="790" b="0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")</a:t>
            </a:r>
          </a:p>
        </p:txBody>
      </p:sp>
      <p:sp>
        <p:nvSpPr>
          <p:cNvPr id="998" name="Result editor file kind">
            <a:extLst>
              <a:ext uri="{FF2B5EF4-FFF2-40B4-BE49-F238E27FC236}">
                <a16:creationId xmlns:a16="http://schemas.microsoft.com/office/drawing/2014/main" id="{E9AB5172-499C-D11D-EB87-1A9F4AD8B1C2}"/>
              </a:ext>
            </a:extLst>
          </p:cNvPr>
          <p:cNvSpPr>
            <a:spLocks noGrp="1"/>
          </p:cNvSpPr>
          <p:nvPr/>
        </p:nvSpPr>
        <p:spPr>
          <a:xfrm>
            <a:off x="6419850" y="6171291"/>
            <a:ext cx="14287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90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sz="790" b="0" i="0" dirty="0">
              <a:solidFill>
                <a:srgbClr val="58677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003" name="Result editor line number 0">
            <a:extLst>
              <a:ext uri="{FF2B5EF4-FFF2-40B4-BE49-F238E27FC236}">
                <a16:creationId xmlns:a16="http://schemas.microsoft.com/office/drawing/2014/main" id="{3FB18351-8CD7-D00B-4312-9A12BE97C81B}"/>
              </a:ext>
            </a:extLst>
          </p:cNvPr>
          <p:cNvSpPr>
            <a:spLocks noGrp="1"/>
          </p:cNvSpPr>
          <p:nvPr/>
        </p:nvSpPr>
        <p:spPr>
          <a:xfrm>
            <a:off x="6438900" y="6371316"/>
            <a:ext cx="133350" cy="114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71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sz="715" b="0" i="0" dirty="0">
              <a:solidFill>
                <a:srgbClr val="58677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189" name="Step 22 panel">
            <a:extLst>
              <a:ext uri="{FF2B5EF4-FFF2-40B4-BE49-F238E27FC236}">
                <a16:creationId xmlns:a16="http://schemas.microsoft.com/office/drawing/2014/main" id="{B05ED3C4-5DF3-BC5F-610C-FAC9C979B5E5}"/>
              </a:ext>
            </a:extLst>
          </p:cNvPr>
          <p:cNvSpPr>
            <a:spLocks noGrp="1"/>
          </p:cNvSpPr>
          <p:nvPr/>
        </p:nvSpPr>
        <p:spPr>
          <a:xfrm>
            <a:off x="10125209" y="2000726"/>
            <a:ext cx="1790566" cy="2872573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859">
            <a:solidFill>
              <a:srgbClr val="A4C58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92" name="Step 22 title">
            <a:extLst>
              <a:ext uri="{FF2B5EF4-FFF2-40B4-BE49-F238E27FC236}">
                <a16:creationId xmlns:a16="http://schemas.microsoft.com/office/drawing/2014/main" id="{C2C78477-0B4B-1283-D9E4-84CCB93BE2FC}"/>
              </a:ext>
            </a:extLst>
          </p:cNvPr>
          <p:cNvSpPr>
            <a:spLocks noGrp="1"/>
          </p:cNvSpPr>
          <p:nvPr/>
        </p:nvSpPr>
        <p:spPr>
          <a:xfrm>
            <a:off x="10394324" y="4506138"/>
            <a:ext cx="22193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1" i="0">
                <a:solidFill>
                  <a:srgbClr val="315E6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200" b="1" i="0" dirty="0">
                <a:solidFill>
                  <a:srgbClr val="557E3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REPLAY </a:t>
            </a:r>
            <a:r>
              <a:rPr sz="1200" b="1" i="0" dirty="0">
                <a:solidFill>
                  <a:srgbClr val="557E3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SUCCESS!</a:t>
            </a:r>
          </a:p>
        </p:txBody>
      </p:sp>
      <p:sp>
        <p:nvSpPr>
          <p:cNvPr id="1196" name="replay_real_robot label">
            <a:extLst>
              <a:ext uri="{FF2B5EF4-FFF2-40B4-BE49-F238E27FC236}">
                <a16:creationId xmlns:a16="http://schemas.microsoft.com/office/drawing/2014/main" id="{7D383913-9C02-C5D4-EEAE-4A04B14A4572}"/>
              </a:ext>
            </a:extLst>
          </p:cNvPr>
          <p:cNvSpPr>
            <a:spLocks noGrp="1"/>
          </p:cNvSpPr>
          <p:nvPr/>
        </p:nvSpPr>
        <p:spPr>
          <a:xfrm>
            <a:off x="10401299" y="2464678"/>
            <a:ext cx="12287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Real observation</a:t>
            </a:r>
          </a:p>
        </p:txBody>
      </p:sp>
      <p:sp>
        <p:nvSpPr>
          <p:cNvPr id="1198" name="replay_sim_robot label">
            <a:extLst>
              <a:ext uri="{FF2B5EF4-FFF2-40B4-BE49-F238E27FC236}">
                <a16:creationId xmlns:a16="http://schemas.microsoft.com/office/drawing/2014/main" id="{BF243A37-A4E4-4F12-4B80-0302C54548C8}"/>
              </a:ext>
            </a:extLst>
          </p:cNvPr>
          <p:cNvSpPr>
            <a:spLocks noGrp="1"/>
          </p:cNvSpPr>
          <p:nvPr/>
        </p:nvSpPr>
        <p:spPr>
          <a:xfrm>
            <a:off x="10430661" y="3468658"/>
            <a:ext cx="1228725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0" i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Simulation scene</a:t>
            </a:r>
          </a:p>
        </p:txBody>
      </p:sp>
      <p:sp>
        <p:nvSpPr>
          <p:cNvPr id="1436" name="Agent Workspace outer panel">
            <a:extLst>
              <a:ext uri="{FF2B5EF4-FFF2-40B4-BE49-F238E27FC236}">
                <a16:creationId xmlns:a16="http://schemas.microsoft.com/office/drawing/2014/main" id="{BF9F9F46-5A71-8B32-4B07-C9CC2498B387}"/>
              </a:ext>
            </a:extLst>
          </p:cNvPr>
          <p:cNvSpPr>
            <a:spLocks noGrp="1"/>
          </p:cNvSpPr>
          <p:nvPr/>
        </p:nvSpPr>
        <p:spPr>
          <a:xfrm>
            <a:off x="152400" y="152400"/>
            <a:ext cx="2476500" cy="6553200"/>
          </a:xfrm>
          <a:prstGeom prst="roundRect">
            <a:avLst>
              <a:gd name="adj" fmla="val 5769"/>
            </a:avLst>
          </a:prstGeom>
          <a:solidFill>
            <a:srgbClr val="FFFAEB"/>
          </a:solidFill>
          <a:ln w="18098">
            <a:solidFill>
              <a:schemeClr val="accent3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437" name="Agent Workspace title">
            <a:extLst>
              <a:ext uri="{FF2B5EF4-FFF2-40B4-BE49-F238E27FC236}">
                <a16:creationId xmlns:a16="http://schemas.microsoft.com/office/drawing/2014/main" id="{214E3B22-A33F-4740-E8A0-FAB513A28DC3}"/>
              </a:ext>
            </a:extLst>
          </p:cNvPr>
          <p:cNvSpPr>
            <a:spLocks noGrp="1"/>
          </p:cNvSpPr>
          <p:nvPr/>
        </p:nvSpPr>
        <p:spPr>
          <a:xfrm>
            <a:off x="219075" y="238125"/>
            <a:ext cx="23431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1" i="0">
                <a:solidFill>
                  <a:srgbClr val="3E5C7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650" b="1" i="0" dirty="0">
                <a:solidFill>
                  <a:schemeClr val="accent3">
                    <a:lumMod val="75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Agent Workspace</a:t>
            </a:r>
          </a:p>
        </p:txBody>
      </p:sp>
      <p:sp>
        <p:nvSpPr>
          <p:cNvPr id="1438" name="Explorer inner panel">
            <a:extLst>
              <a:ext uri="{FF2B5EF4-FFF2-40B4-BE49-F238E27FC236}">
                <a16:creationId xmlns:a16="http://schemas.microsoft.com/office/drawing/2014/main" id="{4566F17C-58D1-D384-EBDA-E75C8BF3C382}"/>
              </a:ext>
            </a:extLst>
          </p:cNvPr>
          <p:cNvSpPr>
            <a:spLocks noGrp="1"/>
          </p:cNvSpPr>
          <p:nvPr/>
        </p:nvSpPr>
        <p:spPr>
          <a:xfrm>
            <a:off x="276225" y="657225"/>
            <a:ext cx="2228850" cy="5905500"/>
          </a:xfrm>
          <a:prstGeom prst="roundRect">
            <a:avLst>
              <a:gd name="adj" fmla="val 3846"/>
            </a:avLst>
          </a:prstGeom>
          <a:noFill/>
          <a:ln w="12383">
            <a:solidFill>
              <a:schemeClr val="accent3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39" name="Explorer title">
            <a:extLst>
              <a:ext uri="{FF2B5EF4-FFF2-40B4-BE49-F238E27FC236}">
                <a16:creationId xmlns:a16="http://schemas.microsoft.com/office/drawing/2014/main" id="{EE4D2A65-1B9A-CF43-BB26-82E8514B0799}"/>
              </a:ext>
            </a:extLst>
          </p:cNvPr>
          <p:cNvSpPr>
            <a:spLocks noGrp="1"/>
          </p:cNvSpPr>
          <p:nvPr/>
        </p:nvSpPr>
        <p:spPr>
          <a:xfrm>
            <a:off x="381000" y="723900"/>
            <a:ext cx="20002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865" b="1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1" i="0" dirty="0">
                <a:solidFill>
                  <a:schemeClr val="accent3">
                    <a:lumMod val="75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EXPLORER</a:t>
            </a:r>
          </a:p>
        </p:txBody>
      </p:sp>
      <p:sp>
        <p:nvSpPr>
          <p:cNvPr id="1440" name="Explorer header divider">
            <a:extLst>
              <a:ext uri="{FF2B5EF4-FFF2-40B4-BE49-F238E27FC236}">
                <a16:creationId xmlns:a16="http://schemas.microsoft.com/office/drawing/2014/main" id="{E57DB200-9147-59B9-EBEB-302561D36EDE}"/>
              </a:ext>
            </a:extLst>
          </p:cNvPr>
          <p:cNvSpPr>
            <a:spLocks noGrp="1"/>
          </p:cNvSpPr>
          <p:nvPr/>
        </p:nvSpPr>
        <p:spPr>
          <a:xfrm>
            <a:off x="276225" y="981075"/>
            <a:ext cx="2228850" cy="95"/>
          </a:xfrm>
          <a:custGeom>
            <a:avLst/>
            <a:gdLst/>
            <a:ahLst/>
            <a:cxnLst/>
            <a:rect l="0" t="0" r="0" b="0"/>
            <a:pathLst>
              <a:path w="3648075" h="95">
                <a:moveTo>
                  <a:pt x="0" y="0"/>
                </a:moveTo>
                <a:lnTo>
                  <a:pt x="3648075" y="0"/>
                </a:lnTo>
              </a:path>
            </a:pathLst>
          </a:custGeom>
          <a:noFill/>
          <a:ln w="11430">
            <a:solidFill>
              <a:schemeClr val="accent3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41" name="Workspace root expanded">
            <a:extLst>
              <a:ext uri="{FF2B5EF4-FFF2-40B4-BE49-F238E27FC236}">
                <a16:creationId xmlns:a16="http://schemas.microsoft.com/office/drawing/2014/main" id="{A740B1D7-40DE-87D6-1D00-6AF546E14BFC}"/>
              </a:ext>
            </a:extLst>
          </p:cNvPr>
          <p:cNvSpPr>
            <a:spLocks noGrp="1"/>
          </p:cNvSpPr>
          <p:nvPr/>
        </p:nvSpPr>
        <p:spPr>
          <a:xfrm>
            <a:off x="371475" y="1190625"/>
            <a:ext cx="71438" cy="71438"/>
          </a:xfrm>
          <a:custGeom>
            <a:avLst/>
            <a:gdLst/>
            <a:ahLst/>
            <a:cxnLst/>
            <a:rect l="0" t="0" r="0" b="0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47625" y="95250"/>
                </a:lnTo>
                <a:close/>
              </a:path>
            </a:pathLst>
          </a:custGeom>
          <a:solidFill>
            <a:srgbClr val="839EB6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42" name="Root folder tab">
            <a:extLst>
              <a:ext uri="{FF2B5EF4-FFF2-40B4-BE49-F238E27FC236}">
                <a16:creationId xmlns:a16="http://schemas.microsoft.com/office/drawing/2014/main" id="{B10A8016-03B2-E09D-FBA8-055E43FDA61C}"/>
              </a:ext>
            </a:extLst>
          </p:cNvPr>
          <p:cNvSpPr>
            <a:spLocks noGrp="1"/>
          </p:cNvSpPr>
          <p:nvPr/>
        </p:nvSpPr>
        <p:spPr>
          <a:xfrm>
            <a:off x="504825" y="1133475"/>
            <a:ext cx="171831" cy="148400"/>
          </a:xfrm>
          <a:custGeom>
            <a:avLst/>
            <a:gdLst/>
            <a:ahLst/>
            <a:cxnLst/>
            <a:rect l="0" t="0" r="0" b="0"/>
            <a:pathLst>
              <a:path w="209550" h="180975">
                <a:moveTo>
                  <a:pt x="0" y="38100"/>
                </a:moveTo>
                <a:lnTo>
                  <a:pt x="19050" y="0"/>
                </a:lnTo>
                <a:lnTo>
                  <a:pt x="85725" y="0"/>
                </a:lnTo>
                <a:lnTo>
                  <a:pt x="114300" y="38100"/>
                </a:lnTo>
                <a:lnTo>
                  <a:pt x="200025" y="38100"/>
                </a:lnTo>
                <a:lnTo>
                  <a:pt x="2095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DC9A9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43" name="Root folder body">
            <a:extLst>
              <a:ext uri="{FF2B5EF4-FFF2-40B4-BE49-F238E27FC236}">
                <a16:creationId xmlns:a16="http://schemas.microsoft.com/office/drawing/2014/main" id="{AFACF06E-6A5E-3F2C-F23B-95B74FA4EC69}"/>
              </a:ext>
            </a:extLst>
          </p:cNvPr>
          <p:cNvSpPr>
            <a:spLocks noGrp="1"/>
          </p:cNvSpPr>
          <p:nvPr/>
        </p:nvSpPr>
        <p:spPr>
          <a:xfrm>
            <a:off x="504825" y="1180338"/>
            <a:ext cx="171831" cy="109347"/>
          </a:xfrm>
          <a:prstGeom prst="roundRect">
            <a:avLst>
              <a:gd name="adj" fmla="val 7143"/>
            </a:avLst>
          </a:prstGeom>
          <a:solidFill>
            <a:srgbClr val="C6A77D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44" name="Root folder rim">
            <a:extLst>
              <a:ext uri="{FF2B5EF4-FFF2-40B4-BE49-F238E27FC236}">
                <a16:creationId xmlns:a16="http://schemas.microsoft.com/office/drawing/2014/main" id="{8C7212B2-29E7-50AC-0722-8CCD3AC8EB55}"/>
              </a:ext>
            </a:extLst>
          </p:cNvPr>
          <p:cNvSpPr>
            <a:spLocks noGrp="1"/>
          </p:cNvSpPr>
          <p:nvPr/>
        </p:nvSpPr>
        <p:spPr>
          <a:xfrm>
            <a:off x="512635" y="1188149"/>
            <a:ext cx="15621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7620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45" name="Workspace root label">
            <a:extLst>
              <a:ext uri="{FF2B5EF4-FFF2-40B4-BE49-F238E27FC236}">
                <a16:creationId xmlns:a16="http://schemas.microsoft.com/office/drawing/2014/main" id="{BDBAE89C-5569-1A97-8FD7-E5F1EE250FD1}"/>
              </a:ext>
            </a:extLst>
          </p:cNvPr>
          <p:cNvSpPr>
            <a:spLocks noGrp="1"/>
          </p:cNvSpPr>
          <p:nvPr/>
        </p:nvSpPr>
        <p:spPr>
          <a:xfrm>
            <a:off x="762000" y="1104900"/>
            <a:ext cx="1638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WorldMirror</a:t>
            </a:r>
            <a:endParaRPr sz="1050" b="1" i="0" dirty="0">
              <a:solidFill>
                <a:srgbClr val="2D343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446" name="Static layer expanded">
            <a:extLst>
              <a:ext uri="{FF2B5EF4-FFF2-40B4-BE49-F238E27FC236}">
                <a16:creationId xmlns:a16="http://schemas.microsoft.com/office/drawing/2014/main" id="{06C006AA-BC69-44A5-E0BA-F311B08C60BD}"/>
              </a:ext>
            </a:extLst>
          </p:cNvPr>
          <p:cNvSpPr>
            <a:spLocks noGrp="1"/>
          </p:cNvSpPr>
          <p:nvPr/>
        </p:nvSpPr>
        <p:spPr>
          <a:xfrm>
            <a:off x="390525" y="1514475"/>
            <a:ext cx="71438" cy="71438"/>
          </a:xfrm>
          <a:custGeom>
            <a:avLst/>
            <a:gdLst/>
            <a:ahLst/>
            <a:cxnLst/>
            <a:rect l="0" t="0" r="0" b="0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47625" y="95250"/>
                </a:lnTo>
                <a:close/>
              </a:path>
            </a:pathLst>
          </a:custGeom>
          <a:solidFill>
            <a:srgbClr val="839EB6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47" name="Static layer folder tab">
            <a:extLst>
              <a:ext uri="{FF2B5EF4-FFF2-40B4-BE49-F238E27FC236}">
                <a16:creationId xmlns:a16="http://schemas.microsoft.com/office/drawing/2014/main" id="{D64AD34B-5A12-7E5F-7ADD-173B8951519B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71831" cy="148400"/>
          </a:xfrm>
          <a:custGeom>
            <a:avLst/>
            <a:gdLst/>
            <a:ahLst/>
            <a:cxnLst/>
            <a:rect l="0" t="0" r="0" b="0"/>
            <a:pathLst>
              <a:path w="209550" h="180975">
                <a:moveTo>
                  <a:pt x="0" y="38100"/>
                </a:moveTo>
                <a:lnTo>
                  <a:pt x="19050" y="0"/>
                </a:lnTo>
                <a:lnTo>
                  <a:pt x="85725" y="0"/>
                </a:lnTo>
                <a:lnTo>
                  <a:pt x="114300" y="38100"/>
                </a:lnTo>
                <a:lnTo>
                  <a:pt x="200025" y="38100"/>
                </a:lnTo>
                <a:lnTo>
                  <a:pt x="2095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DC9A9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48" name="Static layer folder body">
            <a:extLst>
              <a:ext uri="{FF2B5EF4-FFF2-40B4-BE49-F238E27FC236}">
                <a16:creationId xmlns:a16="http://schemas.microsoft.com/office/drawing/2014/main" id="{958AC7C8-C739-55EA-E177-85971B563111}"/>
              </a:ext>
            </a:extLst>
          </p:cNvPr>
          <p:cNvSpPr>
            <a:spLocks noGrp="1"/>
          </p:cNvSpPr>
          <p:nvPr/>
        </p:nvSpPr>
        <p:spPr>
          <a:xfrm>
            <a:off x="533400" y="1504188"/>
            <a:ext cx="171831" cy="109347"/>
          </a:xfrm>
          <a:prstGeom prst="roundRect">
            <a:avLst>
              <a:gd name="adj" fmla="val 7143"/>
            </a:avLst>
          </a:prstGeom>
          <a:solidFill>
            <a:srgbClr val="C6A77D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49" name="Static layer folder rim">
            <a:extLst>
              <a:ext uri="{FF2B5EF4-FFF2-40B4-BE49-F238E27FC236}">
                <a16:creationId xmlns:a16="http://schemas.microsoft.com/office/drawing/2014/main" id="{96BADC80-930A-D1A7-21EF-799A7F44253C}"/>
              </a:ext>
            </a:extLst>
          </p:cNvPr>
          <p:cNvSpPr>
            <a:spLocks noGrp="1"/>
          </p:cNvSpPr>
          <p:nvPr/>
        </p:nvSpPr>
        <p:spPr>
          <a:xfrm>
            <a:off x="541210" y="1511999"/>
            <a:ext cx="15621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7620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50" name="Static layer label">
            <a:extLst>
              <a:ext uri="{FF2B5EF4-FFF2-40B4-BE49-F238E27FC236}">
                <a16:creationId xmlns:a16="http://schemas.microsoft.com/office/drawing/2014/main" id="{F2179116-9759-75FE-AC65-2828D828C128}"/>
              </a:ext>
            </a:extLst>
          </p:cNvPr>
          <p:cNvSpPr>
            <a:spLocks noGrp="1"/>
          </p:cNvSpPr>
          <p:nvPr/>
        </p:nvSpPr>
        <p:spPr>
          <a:xfrm>
            <a:off x="790575" y="1419225"/>
            <a:ext cx="1590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static_</a:t>
            </a:r>
            <a:r>
              <a:rPr lang="en-US" altLang="zh-CN" sz="1050" b="1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scene</a:t>
            </a:r>
            <a:r>
              <a:rPr lang="en-US" altLang="zh-CN" sz="1050" b="1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_state</a:t>
            </a:r>
            <a:r>
              <a:rPr sz="1050" b="1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/</a:t>
            </a:r>
          </a:p>
        </p:txBody>
      </p:sp>
      <p:sp>
        <p:nvSpPr>
          <p:cNvPr id="1453" name="Gaussian scene folder tab">
            <a:extLst>
              <a:ext uri="{FF2B5EF4-FFF2-40B4-BE49-F238E27FC236}">
                <a16:creationId xmlns:a16="http://schemas.microsoft.com/office/drawing/2014/main" id="{6FB3E0B7-ADDD-0E3C-3A9A-D662751019DA}"/>
              </a:ext>
            </a:extLst>
          </p:cNvPr>
          <p:cNvSpPr>
            <a:spLocks noGrp="1"/>
          </p:cNvSpPr>
          <p:nvPr/>
        </p:nvSpPr>
        <p:spPr>
          <a:xfrm>
            <a:off x="695325" y="1752600"/>
            <a:ext cx="161354" cy="139351"/>
          </a:xfrm>
          <a:custGeom>
            <a:avLst/>
            <a:gdLst/>
            <a:ahLst/>
            <a:cxnLst/>
            <a:rect l="0" t="0" r="0" b="0"/>
            <a:pathLst>
              <a:path w="209550" h="180975">
                <a:moveTo>
                  <a:pt x="0" y="38100"/>
                </a:moveTo>
                <a:lnTo>
                  <a:pt x="19050" y="0"/>
                </a:lnTo>
                <a:lnTo>
                  <a:pt x="85725" y="0"/>
                </a:lnTo>
                <a:lnTo>
                  <a:pt x="114300" y="38100"/>
                </a:lnTo>
                <a:lnTo>
                  <a:pt x="200025" y="38100"/>
                </a:lnTo>
                <a:lnTo>
                  <a:pt x="2095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DC9A9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54" name="Gaussian scene folder body">
            <a:extLst>
              <a:ext uri="{FF2B5EF4-FFF2-40B4-BE49-F238E27FC236}">
                <a16:creationId xmlns:a16="http://schemas.microsoft.com/office/drawing/2014/main" id="{E80AC0CC-1C31-FC68-6C7A-DE4B7A53DF77}"/>
              </a:ext>
            </a:extLst>
          </p:cNvPr>
          <p:cNvSpPr>
            <a:spLocks noGrp="1"/>
          </p:cNvSpPr>
          <p:nvPr/>
        </p:nvSpPr>
        <p:spPr>
          <a:xfrm>
            <a:off x="695325" y="1796606"/>
            <a:ext cx="161354" cy="102680"/>
          </a:xfrm>
          <a:prstGeom prst="roundRect">
            <a:avLst>
              <a:gd name="adj" fmla="val 7143"/>
            </a:avLst>
          </a:prstGeom>
          <a:solidFill>
            <a:srgbClr val="C6A77D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55" name="Gaussian scene folder rim">
            <a:extLst>
              <a:ext uri="{FF2B5EF4-FFF2-40B4-BE49-F238E27FC236}">
                <a16:creationId xmlns:a16="http://schemas.microsoft.com/office/drawing/2014/main" id="{B44CAC88-D4FC-44BC-0E37-604EF1A29BBE}"/>
              </a:ext>
            </a:extLst>
          </p:cNvPr>
          <p:cNvSpPr>
            <a:spLocks noGrp="1"/>
          </p:cNvSpPr>
          <p:nvPr/>
        </p:nvSpPr>
        <p:spPr>
          <a:xfrm>
            <a:off x="702659" y="1803940"/>
            <a:ext cx="146685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7620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56" name="Gaussian scene label">
            <a:extLst>
              <a:ext uri="{FF2B5EF4-FFF2-40B4-BE49-F238E27FC236}">
                <a16:creationId xmlns:a16="http://schemas.microsoft.com/office/drawing/2014/main" id="{C78FAD7B-07D5-F6CF-5230-7129FB99B444}"/>
              </a:ext>
            </a:extLst>
          </p:cNvPr>
          <p:cNvSpPr>
            <a:spLocks noGrp="1"/>
          </p:cNvSpPr>
          <p:nvPr/>
        </p:nvSpPr>
        <p:spPr>
          <a:xfrm>
            <a:off x="923925" y="1704975"/>
            <a:ext cx="14859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4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40" b="0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gaussian_scene</a:t>
            </a:r>
          </a:p>
        </p:txBody>
      </p:sp>
      <p:sp>
        <p:nvSpPr>
          <p:cNvPr id="1457" name="Collision folder tab">
            <a:extLst>
              <a:ext uri="{FF2B5EF4-FFF2-40B4-BE49-F238E27FC236}">
                <a16:creationId xmlns:a16="http://schemas.microsoft.com/office/drawing/2014/main" id="{B6BF069C-CA29-BB04-C3F8-9C4203CF8444}"/>
              </a:ext>
            </a:extLst>
          </p:cNvPr>
          <p:cNvSpPr>
            <a:spLocks noGrp="1"/>
          </p:cNvSpPr>
          <p:nvPr/>
        </p:nvSpPr>
        <p:spPr>
          <a:xfrm>
            <a:off x="695325" y="2038350"/>
            <a:ext cx="161354" cy="139351"/>
          </a:xfrm>
          <a:custGeom>
            <a:avLst/>
            <a:gdLst/>
            <a:ahLst/>
            <a:cxnLst/>
            <a:rect l="0" t="0" r="0" b="0"/>
            <a:pathLst>
              <a:path w="209550" h="180975">
                <a:moveTo>
                  <a:pt x="0" y="38100"/>
                </a:moveTo>
                <a:lnTo>
                  <a:pt x="19050" y="0"/>
                </a:lnTo>
                <a:lnTo>
                  <a:pt x="85725" y="0"/>
                </a:lnTo>
                <a:lnTo>
                  <a:pt x="114300" y="38100"/>
                </a:lnTo>
                <a:lnTo>
                  <a:pt x="200025" y="38100"/>
                </a:lnTo>
                <a:lnTo>
                  <a:pt x="2095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DC9A9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58" name="Collision folder body">
            <a:extLst>
              <a:ext uri="{FF2B5EF4-FFF2-40B4-BE49-F238E27FC236}">
                <a16:creationId xmlns:a16="http://schemas.microsoft.com/office/drawing/2014/main" id="{3F3BE26B-62A0-676A-8EB8-CA9273D08B5C}"/>
              </a:ext>
            </a:extLst>
          </p:cNvPr>
          <p:cNvSpPr>
            <a:spLocks noGrp="1"/>
          </p:cNvSpPr>
          <p:nvPr/>
        </p:nvSpPr>
        <p:spPr>
          <a:xfrm>
            <a:off x="695325" y="2082356"/>
            <a:ext cx="161354" cy="102680"/>
          </a:xfrm>
          <a:prstGeom prst="roundRect">
            <a:avLst>
              <a:gd name="adj" fmla="val 7143"/>
            </a:avLst>
          </a:prstGeom>
          <a:solidFill>
            <a:srgbClr val="C6A77D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59" name="Collision folder rim">
            <a:extLst>
              <a:ext uri="{FF2B5EF4-FFF2-40B4-BE49-F238E27FC236}">
                <a16:creationId xmlns:a16="http://schemas.microsoft.com/office/drawing/2014/main" id="{417E6020-597B-C2AA-1395-2AB11AC40578}"/>
              </a:ext>
            </a:extLst>
          </p:cNvPr>
          <p:cNvSpPr>
            <a:spLocks noGrp="1"/>
          </p:cNvSpPr>
          <p:nvPr/>
        </p:nvSpPr>
        <p:spPr>
          <a:xfrm>
            <a:off x="702659" y="2089690"/>
            <a:ext cx="146685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7620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60" name="Collision label">
            <a:extLst>
              <a:ext uri="{FF2B5EF4-FFF2-40B4-BE49-F238E27FC236}">
                <a16:creationId xmlns:a16="http://schemas.microsoft.com/office/drawing/2014/main" id="{3F03ADD4-5496-82A7-A40F-DC761B4F74F4}"/>
              </a:ext>
            </a:extLst>
          </p:cNvPr>
          <p:cNvSpPr>
            <a:spLocks noGrp="1"/>
          </p:cNvSpPr>
          <p:nvPr/>
        </p:nvSpPr>
        <p:spPr>
          <a:xfrm>
            <a:off x="923925" y="1990725"/>
            <a:ext cx="14859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4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40" b="0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collision</a:t>
            </a:r>
          </a:p>
        </p:txBody>
      </p:sp>
      <p:sp>
        <p:nvSpPr>
          <p:cNvPr id="1461" name="Camera json page">
            <a:extLst>
              <a:ext uri="{FF2B5EF4-FFF2-40B4-BE49-F238E27FC236}">
                <a16:creationId xmlns:a16="http://schemas.microsoft.com/office/drawing/2014/main" id="{30F5882B-1B1D-60ED-65B7-68F7013E4F9A}"/>
              </a:ext>
            </a:extLst>
          </p:cNvPr>
          <p:cNvSpPr>
            <a:spLocks noGrp="1"/>
          </p:cNvSpPr>
          <p:nvPr/>
        </p:nvSpPr>
        <p:spPr>
          <a:xfrm>
            <a:off x="714375" y="2590800"/>
            <a:ext cx="123063" cy="173736"/>
          </a:xfrm>
          <a:custGeom>
            <a:avLst/>
            <a:gdLst/>
            <a:ahLst/>
            <a:cxnLst/>
            <a:rect l="0" t="0" r="0" b="0"/>
            <a:pathLst>
              <a:path w="161925" h="228600">
                <a:moveTo>
                  <a:pt x="0" y="0"/>
                </a:moveTo>
                <a:lnTo>
                  <a:pt x="104775" y="0"/>
                </a:lnTo>
                <a:lnTo>
                  <a:pt x="161925" y="57150"/>
                </a:lnTo>
                <a:lnTo>
                  <a:pt x="161925" y="228600"/>
                </a:lnTo>
                <a:lnTo>
                  <a:pt x="0" y="228600"/>
                </a:lnTo>
                <a:close/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62" name="Camera json fold">
            <a:extLst>
              <a:ext uri="{FF2B5EF4-FFF2-40B4-BE49-F238E27FC236}">
                <a16:creationId xmlns:a16="http://schemas.microsoft.com/office/drawing/2014/main" id="{1C378943-E1F0-54E5-59D4-0454B9B31B27}"/>
              </a:ext>
            </a:extLst>
          </p:cNvPr>
          <p:cNvSpPr>
            <a:spLocks noGrp="1"/>
          </p:cNvSpPr>
          <p:nvPr/>
        </p:nvSpPr>
        <p:spPr>
          <a:xfrm>
            <a:off x="794004" y="2590800"/>
            <a:ext cx="43434" cy="43434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0"/>
                </a:moveTo>
                <a:lnTo>
                  <a:pt x="0" y="57150"/>
                </a:lnTo>
                <a:lnTo>
                  <a:pt x="57150" y="5715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63" name="Camera json rule 0">
            <a:extLst>
              <a:ext uri="{FF2B5EF4-FFF2-40B4-BE49-F238E27FC236}">
                <a16:creationId xmlns:a16="http://schemas.microsoft.com/office/drawing/2014/main" id="{00C0C438-4C85-3830-AC38-2C1CC0958CA2}"/>
              </a:ext>
            </a:extLst>
          </p:cNvPr>
          <p:cNvSpPr>
            <a:spLocks noGrp="1"/>
          </p:cNvSpPr>
          <p:nvPr/>
        </p:nvSpPr>
        <p:spPr>
          <a:xfrm>
            <a:off x="743331" y="2670429"/>
            <a:ext cx="65151" cy="95"/>
          </a:xfrm>
          <a:custGeom>
            <a:avLst/>
            <a:gdLst/>
            <a:ahLst/>
            <a:cxnLst/>
            <a:rect l="0" t="0" r="0" b="0"/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64" name="Camera json rule 1">
            <a:extLst>
              <a:ext uri="{FF2B5EF4-FFF2-40B4-BE49-F238E27FC236}">
                <a16:creationId xmlns:a16="http://schemas.microsoft.com/office/drawing/2014/main" id="{8D424D3F-C4A5-8A9A-7BE0-90A9FE4C7F14}"/>
              </a:ext>
            </a:extLst>
          </p:cNvPr>
          <p:cNvSpPr>
            <a:spLocks noGrp="1"/>
          </p:cNvSpPr>
          <p:nvPr/>
        </p:nvSpPr>
        <p:spPr>
          <a:xfrm>
            <a:off x="743331" y="2699385"/>
            <a:ext cx="65151" cy="95"/>
          </a:xfrm>
          <a:custGeom>
            <a:avLst/>
            <a:gdLst/>
            <a:ahLst/>
            <a:cxnLst/>
            <a:rect l="0" t="0" r="0" b="0"/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65" name="Camera json rule 2">
            <a:extLst>
              <a:ext uri="{FF2B5EF4-FFF2-40B4-BE49-F238E27FC236}">
                <a16:creationId xmlns:a16="http://schemas.microsoft.com/office/drawing/2014/main" id="{A915889C-267E-D801-6F06-97DC052D64E5}"/>
              </a:ext>
            </a:extLst>
          </p:cNvPr>
          <p:cNvSpPr>
            <a:spLocks noGrp="1"/>
          </p:cNvSpPr>
          <p:nvPr/>
        </p:nvSpPr>
        <p:spPr>
          <a:xfrm>
            <a:off x="742950" y="2714625"/>
            <a:ext cx="42863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66" name="Camera json label">
            <a:extLst>
              <a:ext uri="{FF2B5EF4-FFF2-40B4-BE49-F238E27FC236}">
                <a16:creationId xmlns:a16="http://schemas.microsoft.com/office/drawing/2014/main" id="{BD4D0192-4738-0367-CB52-E3AF4FCC8602}"/>
              </a:ext>
            </a:extLst>
          </p:cNvPr>
          <p:cNvSpPr>
            <a:spLocks noGrp="1"/>
          </p:cNvSpPr>
          <p:nvPr/>
        </p:nvSpPr>
        <p:spPr>
          <a:xfrm>
            <a:off x="923925" y="2562225"/>
            <a:ext cx="14859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4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40" b="0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camera.json</a:t>
            </a:r>
          </a:p>
        </p:txBody>
      </p:sp>
      <p:sp>
        <p:nvSpPr>
          <p:cNvPr id="1467" name="Interactive layer expanded">
            <a:extLst>
              <a:ext uri="{FF2B5EF4-FFF2-40B4-BE49-F238E27FC236}">
                <a16:creationId xmlns:a16="http://schemas.microsoft.com/office/drawing/2014/main" id="{E5A95C51-AE28-9384-6E9C-A0B5F78E5F03}"/>
              </a:ext>
            </a:extLst>
          </p:cNvPr>
          <p:cNvSpPr>
            <a:spLocks noGrp="1"/>
          </p:cNvSpPr>
          <p:nvPr/>
        </p:nvSpPr>
        <p:spPr>
          <a:xfrm>
            <a:off x="390525" y="3038475"/>
            <a:ext cx="71438" cy="71438"/>
          </a:xfrm>
          <a:custGeom>
            <a:avLst/>
            <a:gdLst/>
            <a:ahLst/>
            <a:cxnLst/>
            <a:rect l="0" t="0" r="0" b="0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47625" y="95250"/>
                </a:lnTo>
                <a:close/>
              </a:path>
            </a:pathLst>
          </a:custGeom>
          <a:solidFill>
            <a:srgbClr val="839EB6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68" name="Interactive layer folder tab">
            <a:extLst>
              <a:ext uri="{FF2B5EF4-FFF2-40B4-BE49-F238E27FC236}">
                <a16:creationId xmlns:a16="http://schemas.microsoft.com/office/drawing/2014/main" id="{598A6759-ACB0-4478-5D17-0A1088DB49DD}"/>
              </a:ext>
            </a:extLst>
          </p:cNvPr>
          <p:cNvSpPr>
            <a:spLocks noGrp="1"/>
          </p:cNvSpPr>
          <p:nvPr/>
        </p:nvSpPr>
        <p:spPr>
          <a:xfrm>
            <a:off x="533400" y="2981325"/>
            <a:ext cx="171831" cy="148400"/>
          </a:xfrm>
          <a:custGeom>
            <a:avLst/>
            <a:gdLst/>
            <a:ahLst/>
            <a:cxnLst/>
            <a:rect l="0" t="0" r="0" b="0"/>
            <a:pathLst>
              <a:path w="209550" h="180975">
                <a:moveTo>
                  <a:pt x="0" y="38100"/>
                </a:moveTo>
                <a:lnTo>
                  <a:pt x="19050" y="0"/>
                </a:lnTo>
                <a:lnTo>
                  <a:pt x="85725" y="0"/>
                </a:lnTo>
                <a:lnTo>
                  <a:pt x="114300" y="38100"/>
                </a:lnTo>
                <a:lnTo>
                  <a:pt x="200025" y="38100"/>
                </a:lnTo>
                <a:lnTo>
                  <a:pt x="2095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DC9A9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69" name="Interactive layer folder body">
            <a:extLst>
              <a:ext uri="{FF2B5EF4-FFF2-40B4-BE49-F238E27FC236}">
                <a16:creationId xmlns:a16="http://schemas.microsoft.com/office/drawing/2014/main" id="{4D68062C-B6A5-5AA1-0FD3-9CEB7934DEC8}"/>
              </a:ext>
            </a:extLst>
          </p:cNvPr>
          <p:cNvSpPr>
            <a:spLocks noGrp="1"/>
          </p:cNvSpPr>
          <p:nvPr/>
        </p:nvSpPr>
        <p:spPr>
          <a:xfrm>
            <a:off x="533400" y="3028188"/>
            <a:ext cx="171831" cy="109347"/>
          </a:xfrm>
          <a:prstGeom prst="roundRect">
            <a:avLst>
              <a:gd name="adj" fmla="val 7143"/>
            </a:avLst>
          </a:prstGeom>
          <a:solidFill>
            <a:srgbClr val="C6A77D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70" name="Interactive layer folder rim">
            <a:extLst>
              <a:ext uri="{FF2B5EF4-FFF2-40B4-BE49-F238E27FC236}">
                <a16:creationId xmlns:a16="http://schemas.microsoft.com/office/drawing/2014/main" id="{21E14B69-D264-9E67-97D2-55EC679906E7}"/>
              </a:ext>
            </a:extLst>
          </p:cNvPr>
          <p:cNvSpPr>
            <a:spLocks noGrp="1"/>
          </p:cNvSpPr>
          <p:nvPr/>
        </p:nvSpPr>
        <p:spPr>
          <a:xfrm>
            <a:off x="541210" y="3035999"/>
            <a:ext cx="15621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7620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71" name="Interactive layer label">
            <a:extLst>
              <a:ext uri="{FF2B5EF4-FFF2-40B4-BE49-F238E27FC236}">
                <a16:creationId xmlns:a16="http://schemas.microsoft.com/office/drawing/2014/main" id="{A0AD217D-DDF2-621F-E9AB-7B3E884A72C4}"/>
              </a:ext>
            </a:extLst>
          </p:cNvPr>
          <p:cNvSpPr>
            <a:spLocks noGrp="1"/>
          </p:cNvSpPr>
          <p:nvPr/>
        </p:nvSpPr>
        <p:spPr>
          <a:xfrm>
            <a:off x="790575" y="2943225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interactive_</a:t>
            </a:r>
            <a:r>
              <a:rPr lang="en-US" sz="1050" b="1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object_</a:t>
            </a:r>
            <a:r>
              <a:rPr lang="en-US" sz="1050" b="1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state</a:t>
            </a:r>
            <a:r>
              <a:rPr sz="1050" b="1" i="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/</a:t>
            </a:r>
          </a:p>
        </p:txBody>
      </p:sp>
      <p:sp>
        <p:nvSpPr>
          <p:cNvPr id="1474" name="Objects folder tab">
            <a:extLst>
              <a:ext uri="{FF2B5EF4-FFF2-40B4-BE49-F238E27FC236}">
                <a16:creationId xmlns:a16="http://schemas.microsoft.com/office/drawing/2014/main" id="{32C52D86-E393-C29D-FB8B-7A723FEBD4E2}"/>
              </a:ext>
            </a:extLst>
          </p:cNvPr>
          <p:cNvSpPr>
            <a:spLocks noGrp="1"/>
          </p:cNvSpPr>
          <p:nvPr/>
        </p:nvSpPr>
        <p:spPr>
          <a:xfrm>
            <a:off x="695325" y="3276600"/>
            <a:ext cx="161354" cy="139351"/>
          </a:xfrm>
          <a:custGeom>
            <a:avLst/>
            <a:gdLst/>
            <a:ahLst/>
            <a:cxnLst/>
            <a:rect l="0" t="0" r="0" b="0"/>
            <a:pathLst>
              <a:path w="209550" h="180975">
                <a:moveTo>
                  <a:pt x="0" y="38100"/>
                </a:moveTo>
                <a:lnTo>
                  <a:pt x="19050" y="0"/>
                </a:lnTo>
                <a:lnTo>
                  <a:pt x="85725" y="0"/>
                </a:lnTo>
                <a:lnTo>
                  <a:pt x="114300" y="38100"/>
                </a:lnTo>
                <a:lnTo>
                  <a:pt x="200025" y="38100"/>
                </a:lnTo>
                <a:lnTo>
                  <a:pt x="2095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DC9A9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75" name="Objects folder body">
            <a:extLst>
              <a:ext uri="{FF2B5EF4-FFF2-40B4-BE49-F238E27FC236}">
                <a16:creationId xmlns:a16="http://schemas.microsoft.com/office/drawing/2014/main" id="{080E3D7A-512A-8A65-3D33-135E76845FE3}"/>
              </a:ext>
            </a:extLst>
          </p:cNvPr>
          <p:cNvSpPr>
            <a:spLocks noGrp="1"/>
          </p:cNvSpPr>
          <p:nvPr/>
        </p:nvSpPr>
        <p:spPr>
          <a:xfrm>
            <a:off x="695325" y="3320605"/>
            <a:ext cx="161354" cy="102680"/>
          </a:xfrm>
          <a:prstGeom prst="roundRect">
            <a:avLst>
              <a:gd name="adj" fmla="val 7143"/>
            </a:avLst>
          </a:prstGeom>
          <a:solidFill>
            <a:srgbClr val="C6A77D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76" name="Objects folder rim">
            <a:extLst>
              <a:ext uri="{FF2B5EF4-FFF2-40B4-BE49-F238E27FC236}">
                <a16:creationId xmlns:a16="http://schemas.microsoft.com/office/drawing/2014/main" id="{908CB2CE-43C4-053C-8B80-6E28D4F77F87}"/>
              </a:ext>
            </a:extLst>
          </p:cNvPr>
          <p:cNvSpPr>
            <a:spLocks noGrp="1"/>
          </p:cNvSpPr>
          <p:nvPr/>
        </p:nvSpPr>
        <p:spPr>
          <a:xfrm>
            <a:off x="702659" y="3327940"/>
            <a:ext cx="146685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7620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77" name="Objects label">
            <a:extLst>
              <a:ext uri="{FF2B5EF4-FFF2-40B4-BE49-F238E27FC236}">
                <a16:creationId xmlns:a16="http://schemas.microsoft.com/office/drawing/2014/main" id="{FFA6641E-D5F6-8336-6D76-26A4FDE4455C}"/>
              </a:ext>
            </a:extLst>
          </p:cNvPr>
          <p:cNvSpPr>
            <a:spLocks noGrp="1"/>
          </p:cNvSpPr>
          <p:nvPr/>
        </p:nvSpPr>
        <p:spPr>
          <a:xfrm>
            <a:off x="923925" y="3228975"/>
            <a:ext cx="14859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4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40" b="0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objects</a:t>
            </a:r>
          </a:p>
        </p:txBody>
      </p:sp>
      <p:sp>
        <p:nvSpPr>
          <p:cNvPr id="1478" name="Attributes json page">
            <a:extLst>
              <a:ext uri="{FF2B5EF4-FFF2-40B4-BE49-F238E27FC236}">
                <a16:creationId xmlns:a16="http://schemas.microsoft.com/office/drawing/2014/main" id="{B1C65E41-DC1D-9946-7F1F-5BFD62075547}"/>
              </a:ext>
            </a:extLst>
          </p:cNvPr>
          <p:cNvSpPr>
            <a:spLocks noGrp="1"/>
          </p:cNvSpPr>
          <p:nvPr/>
        </p:nvSpPr>
        <p:spPr>
          <a:xfrm>
            <a:off x="714375" y="3543300"/>
            <a:ext cx="123063" cy="180975"/>
          </a:xfrm>
          <a:custGeom>
            <a:avLst/>
            <a:gdLst/>
            <a:ahLst/>
            <a:cxnLst/>
            <a:rect l="0" t="0" r="0" b="0"/>
            <a:pathLst>
              <a:path w="161925" h="238125">
                <a:moveTo>
                  <a:pt x="0" y="0"/>
                </a:moveTo>
                <a:lnTo>
                  <a:pt x="104775" y="0"/>
                </a:lnTo>
                <a:lnTo>
                  <a:pt x="161925" y="57150"/>
                </a:lnTo>
                <a:lnTo>
                  <a:pt x="161925" y="238125"/>
                </a:lnTo>
                <a:lnTo>
                  <a:pt x="0" y="238125"/>
                </a:lnTo>
                <a:close/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79" name="Attributes json fold">
            <a:extLst>
              <a:ext uri="{FF2B5EF4-FFF2-40B4-BE49-F238E27FC236}">
                <a16:creationId xmlns:a16="http://schemas.microsoft.com/office/drawing/2014/main" id="{468D0AFF-08FE-0415-2861-7CBDA9C15625}"/>
              </a:ext>
            </a:extLst>
          </p:cNvPr>
          <p:cNvSpPr>
            <a:spLocks noGrp="1"/>
          </p:cNvSpPr>
          <p:nvPr/>
        </p:nvSpPr>
        <p:spPr>
          <a:xfrm>
            <a:off x="794004" y="3543300"/>
            <a:ext cx="43434" cy="43434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0"/>
                </a:moveTo>
                <a:lnTo>
                  <a:pt x="0" y="57150"/>
                </a:lnTo>
                <a:lnTo>
                  <a:pt x="57150" y="5715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0" name="Attributes json rule 0">
            <a:extLst>
              <a:ext uri="{FF2B5EF4-FFF2-40B4-BE49-F238E27FC236}">
                <a16:creationId xmlns:a16="http://schemas.microsoft.com/office/drawing/2014/main" id="{B93AAE04-4D02-F2A5-F33F-ABD8D1E383CE}"/>
              </a:ext>
            </a:extLst>
          </p:cNvPr>
          <p:cNvSpPr>
            <a:spLocks noGrp="1"/>
          </p:cNvSpPr>
          <p:nvPr/>
        </p:nvSpPr>
        <p:spPr>
          <a:xfrm>
            <a:off x="743331" y="3622929"/>
            <a:ext cx="65151" cy="95"/>
          </a:xfrm>
          <a:custGeom>
            <a:avLst/>
            <a:gdLst/>
            <a:ahLst/>
            <a:cxnLst/>
            <a:rect l="0" t="0" r="0" b="0"/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1" name="Attributes json rule 1">
            <a:extLst>
              <a:ext uri="{FF2B5EF4-FFF2-40B4-BE49-F238E27FC236}">
                <a16:creationId xmlns:a16="http://schemas.microsoft.com/office/drawing/2014/main" id="{11B1FBA1-78D4-F998-C9D2-C7FE5F4755FC}"/>
              </a:ext>
            </a:extLst>
          </p:cNvPr>
          <p:cNvSpPr>
            <a:spLocks noGrp="1"/>
          </p:cNvSpPr>
          <p:nvPr/>
        </p:nvSpPr>
        <p:spPr>
          <a:xfrm>
            <a:off x="743331" y="3651885"/>
            <a:ext cx="65151" cy="95"/>
          </a:xfrm>
          <a:custGeom>
            <a:avLst/>
            <a:gdLst/>
            <a:ahLst/>
            <a:cxnLst/>
            <a:rect l="0" t="0" r="0" b="0"/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2" name="Attributes json rule 2">
            <a:extLst>
              <a:ext uri="{FF2B5EF4-FFF2-40B4-BE49-F238E27FC236}">
                <a16:creationId xmlns:a16="http://schemas.microsoft.com/office/drawing/2014/main" id="{B69889E9-49B3-72A0-105C-81E332A50597}"/>
              </a:ext>
            </a:extLst>
          </p:cNvPr>
          <p:cNvSpPr>
            <a:spLocks noGrp="1"/>
          </p:cNvSpPr>
          <p:nvPr/>
        </p:nvSpPr>
        <p:spPr>
          <a:xfrm>
            <a:off x="743331" y="3680841"/>
            <a:ext cx="43434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3" name="Attributes label">
            <a:extLst>
              <a:ext uri="{FF2B5EF4-FFF2-40B4-BE49-F238E27FC236}">
                <a16:creationId xmlns:a16="http://schemas.microsoft.com/office/drawing/2014/main" id="{36DF3E07-D3F9-7E20-F2BA-C85A53628600}"/>
              </a:ext>
            </a:extLst>
          </p:cNvPr>
          <p:cNvSpPr>
            <a:spLocks noGrp="1"/>
          </p:cNvSpPr>
          <p:nvPr/>
        </p:nvSpPr>
        <p:spPr>
          <a:xfrm>
            <a:off x="923925" y="3514725"/>
            <a:ext cx="14859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4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40" b="0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attributes.json</a:t>
            </a:r>
          </a:p>
        </p:txBody>
      </p:sp>
      <p:sp>
        <p:nvSpPr>
          <p:cNvPr id="1485" name="Robot numpy page">
            <a:extLst>
              <a:ext uri="{FF2B5EF4-FFF2-40B4-BE49-F238E27FC236}">
                <a16:creationId xmlns:a16="http://schemas.microsoft.com/office/drawing/2014/main" id="{5C447257-1075-6528-C51C-4AE7C11DF261}"/>
              </a:ext>
            </a:extLst>
          </p:cNvPr>
          <p:cNvSpPr>
            <a:spLocks noGrp="1"/>
          </p:cNvSpPr>
          <p:nvPr/>
        </p:nvSpPr>
        <p:spPr>
          <a:xfrm>
            <a:off x="714375" y="3829050"/>
            <a:ext cx="123063" cy="180975"/>
          </a:xfrm>
          <a:custGeom>
            <a:avLst/>
            <a:gdLst/>
            <a:ahLst/>
            <a:cxnLst/>
            <a:rect l="0" t="0" r="0" b="0"/>
            <a:pathLst>
              <a:path w="161925" h="238125">
                <a:moveTo>
                  <a:pt x="0" y="0"/>
                </a:moveTo>
                <a:lnTo>
                  <a:pt x="104775" y="0"/>
                </a:lnTo>
                <a:lnTo>
                  <a:pt x="161925" y="57150"/>
                </a:lnTo>
                <a:lnTo>
                  <a:pt x="161925" y="238125"/>
                </a:lnTo>
                <a:lnTo>
                  <a:pt x="0" y="238125"/>
                </a:lnTo>
                <a:close/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6" name="Robot numpy fold">
            <a:extLst>
              <a:ext uri="{FF2B5EF4-FFF2-40B4-BE49-F238E27FC236}">
                <a16:creationId xmlns:a16="http://schemas.microsoft.com/office/drawing/2014/main" id="{411FED2B-13EA-6532-6B15-62A7EE6AE41E}"/>
              </a:ext>
            </a:extLst>
          </p:cNvPr>
          <p:cNvSpPr>
            <a:spLocks noGrp="1"/>
          </p:cNvSpPr>
          <p:nvPr/>
        </p:nvSpPr>
        <p:spPr>
          <a:xfrm>
            <a:off x="794004" y="3829050"/>
            <a:ext cx="43434" cy="43434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0"/>
                </a:moveTo>
                <a:lnTo>
                  <a:pt x="0" y="57150"/>
                </a:lnTo>
                <a:lnTo>
                  <a:pt x="57150" y="5715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7" name="Robot numpy rule 0">
            <a:extLst>
              <a:ext uri="{FF2B5EF4-FFF2-40B4-BE49-F238E27FC236}">
                <a16:creationId xmlns:a16="http://schemas.microsoft.com/office/drawing/2014/main" id="{3E26D7C6-EB83-21B9-CD33-186AA804969D}"/>
              </a:ext>
            </a:extLst>
          </p:cNvPr>
          <p:cNvSpPr>
            <a:spLocks noGrp="1"/>
          </p:cNvSpPr>
          <p:nvPr/>
        </p:nvSpPr>
        <p:spPr>
          <a:xfrm>
            <a:off x="743331" y="3908679"/>
            <a:ext cx="65151" cy="95"/>
          </a:xfrm>
          <a:custGeom>
            <a:avLst/>
            <a:gdLst/>
            <a:ahLst/>
            <a:cxnLst/>
            <a:rect l="0" t="0" r="0" b="0"/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8" name="Robot numpy rule 1">
            <a:extLst>
              <a:ext uri="{FF2B5EF4-FFF2-40B4-BE49-F238E27FC236}">
                <a16:creationId xmlns:a16="http://schemas.microsoft.com/office/drawing/2014/main" id="{F1D0B2A3-D96F-F912-987F-9B16D57CD985}"/>
              </a:ext>
            </a:extLst>
          </p:cNvPr>
          <p:cNvSpPr>
            <a:spLocks noGrp="1"/>
          </p:cNvSpPr>
          <p:nvPr/>
        </p:nvSpPr>
        <p:spPr>
          <a:xfrm>
            <a:off x="743331" y="3937635"/>
            <a:ext cx="65151" cy="95"/>
          </a:xfrm>
          <a:custGeom>
            <a:avLst/>
            <a:gdLst/>
            <a:ahLst/>
            <a:cxnLst/>
            <a:rect l="0" t="0" r="0" b="0"/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9" name="Robot numpy rule 2">
            <a:extLst>
              <a:ext uri="{FF2B5EF4-FFF2-40B4-BE49-F238E27FC236}">
                <a16:creationId xmlns:a16="http://schemas.microsoft.com/office/drawing/2014/main" id="{9A5409C0-0157-1F44-D59F-19AB43ED6C29}"/>
              </a:ext>
            </a:extLst>
          </p:cNvPr>
          <p:cNvSpPr>
            <a:spLocks noGrp="1"/>
          </p:cNvSpPr>
          <p:nvPr/>
        </p:nvSpPr>
        <p:spPr>
          <a:xfrm>
            <a:off x="743331" y="3966591"/>
            <a:ext cx="43434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90" name="Robot numpy label">
            <a:extLst>
              <a:ext uri="{FF2B5EF4-FFF2-40B4-BE49-F238E27FC236}">
                <a16:creationId xmlns:a16="http://schemas.microsoft.com/office/drawing/2014/main" id="{AA5A49D5-197F-D772-1509-F3D53EB5820C}"/>
              </a:ext>
            </a:extLst>
          </p:cNvPr>
          <p:cNvSpPr>
            <a:spLocks noGrp="1"/>
          </p:cNvSpPr>
          <p:nvPr/>
        </p:nvSpPr>
        <p:spPr>
          <a:xfrm>
            <a:off x="923925" y="3800475"/>
            <a:ext cx="14859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4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40" b="0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robot/T_camw.npy</a:t>
            </a:r>
          </a:p>
        </p:txBody>
      </p:sp>
      <p:sp>
        <p:nvSpPr>
          <p:cNvPr id="1491" name="Docs collapsed">
            <a:extLst>
              <a:ext uri="{FF2B5EF4-FFF2-40B4-BE49-F238E27FC236}">
                <a16:creationId xmlns:a16="http://schemas.microsoft.com/office/drawing/2014/main" id="{3332FAA7-B037-C21E-7BF0-688952F74D7B}"/>
              </a:ext>
            </a:extLst>
          </p:cNvPr>
          <p:cNvSpPr>
            <a:spLocks noGrp="1"/>
          </p:cNvSpPr>
          <p:nvPr/>
        </p:nvSpPr>
        <p:spPr>
          <a:xfrm>
            <a:off x="371475" y="5514975"/>
            <a:ext cx="57150" cy="85725"/>
          </a:xfrm>
          <a:custGeom>
            <a:avLst/>
            <a:gdLst/>
            <a:ahLst/>
            <a:cxnLst/>
            <a:rect l="0" t="0" r="0" b="0"/>
            <a:pathLst>
              <a:path w="76200" h="114300">
                <a:moveTo>
                  <a:pt x="0" y="0"/>
                </a:moveTo>
                <a:lnTo>
                  <a:pt x="762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839EB6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92" name="Docs folder tab">
            <a:extLst>
              <a:ext uri="{FF2B5EF4-FFF2-40B4-BE49-F238E27FC236}">
                <a16:creationId xmlns:a16="http://schemas.microsoft.com/office/drawing/2014/main" id="{A0940473-418F-A648-F080-876FAEFCAB95}"/>
              </a:ext>
            </a:extLst>
          </p:cNvPr>
          <p:cNvSpPr>
            <a:spLocks noGrp="1"/>
          </p:cNvSpPr>
          <p:nvPr/>
        </p:nvSpPr>
        <p:spPr>
          <a:xfrm>
            <a:off x="504825" y="5457825"/>
            <a:ext cx="171831" cy="148400"/>
          </a:xfrm>
          <a:custGeom>
            <a:avLst/>
            <a:gdLst/>
            <a:ahLst/>
            <a:cxnLst/>
            <a:rect l="0" t="0" r="0" b="0"/>
            <a:pathLst>
              <a:path w="209550" h="180975">
                <a:moveTo>
                  <a:pt x="0" y="38100"/>
                </a:moveTo>
                <a:lnTo>
                  <a:pt x="19050" y="0"/>
                </a:lnTo>
                <a:lnTo>
                  <a:pt x="85725" y="0"/>
                </a:lnTo>
                <a:lnTo>
                  <a:pt x="114300" y="38100"/>
                </a:lnTo>
                <a:lnTo>
                  <a:pt x="200025" y="38100"/>
                </a:lnTo>
                <a:lnTo>
                  <a:pt x="2095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DC9A9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93" name="Docs folder body">
            <a:extLst>
              <a:ext uri="{FF2B5EF4-FFF2-40B4-BE49-F238E27FC236}">
                <a16:creationId xmlns:a16="http://schemas.microsoft.com/office/drawing/2014/main" id="{01BD523A-EFB5-0B1A-1A26-8A832455461D}"/>
              </a:ext>
            </a:extLst>
          </p:cNvPr>
          <p:cNvSpPr>
            <a:spLocks noGrp="1"/>
          </p:cNvSpPr>
          <p:nvPr/>
        </p:nvSpPr>
        <p:spPr>
          <a:xfrm>
            <a:off x="504825" y="5504688"/>
            <a:ext cx="171831" cy="109347"/>
          </a:xfrm>
          <a:prstGeom prst="roundRect">
            <a:avLst>
              <a:gd name="adj" fmla="val 7143"/>
            </a:avLst>
          </a:prstGeom>
          <a:solidFill>
            <a:srgbClr val="C6A77D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94" name="Docs folder rim">
            <a:extLst>
              <a:ext uri="{FF2B5EF4-FFF2-40B4-BE49-F238E27FC236}">
                <a16:creationId xmlns:a16="http://schemas.microsoft.com/office/drawing/2014/main" id="{B309740B-9CCE-875C-C04F-A49245EB1134}"/>
              </a:ext>
            </a:extLst>
          </p:cNvPr>
          <p:cNvSpPr>
            <a:spLocks noGrp="1"/>
          </p:cNvSpPr>
          <p:nvPr/>
        </p:nvSpPr>
        <p:spPr>
          <a:xfrm>
            <a:off x="512635" y="5512499"/>
            <a:ext cx="156210" cy="95"/>
          </a:xfrm>
          <a:custGeom>
            <a:avLst/>
            <a:gdLst/>
            <a:ahLst/>
            <a:cxnLst/>
            <a:rect l="0" t="0" r="0" b="0"/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7620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95" name="Docs label">
            <a:extLst>
              <a:ext uri="{FF2B5EF4-FFF2-40B4-BE49-F238E27FC236}">
                <a16:creationId xmlns:a16="http://schemas.microsoft.com/office/drawing/2014/main" id="{DD12FF9E-2E34-8320-9444-0897F990F63E}"/>
              </a:ext>
            </a:extLst>
          </p:cNvPr>
          <p:cNvSpPr>
            <a:spLocks noGrp="1"/>
          </p:cNvSpPr>
          <p:nvPr/>
        </p:nvSpPr>
        <p:spPr>
          <a:xfrm>
            <a:off x="762000" y="5419725"/>
            <a:ext cx="1590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docs/</a:t>
            </a:r>
          </a:p>
        </p:txBody>
      </p:sp>
      <p:sp>
        <p:nvSpPr>
          <p:cNvPr id="1498" name="Success result file page">
            <a:extLst>
              <a:ext uri="{FF2B5EF4-FFF2-40B4-BE49-F238E27FC236}">
                <a16:creationId xmlns:a16="http://schemas.microsoft.com/office/drawing/2014/main" id="{57F291D5-BDD8-E99E-B621-D7C4DDFBCC1E}"/>
              </a:ext>
            </a:extLst>
          </p:cNvPr>
          <p:cNvSpPr>
            <a:spLocks noGrp="1"/>
          </p:cNvSpPr>
          <p:nvPr/>
        </p:nvSpPr>
        <p:spPr>
          <a:xfrm>
            <a:off x="714375" y="6153150"/>
            <a:ext cx="133731" cy="200597"/>
          </a:xfrm>
          <a:custGeom>
            <a:avLst/>
            <a:gdLst/>
            <a:ahLst/>
            <a:cxnLst/>
            <a:rect l="0" t="0" r="0" b="0"/>
            <a:pathLst>
              <a:path w="171450" h="257175">
                <a:moveTo>
                  <a:pt x="0" y="0"/>
                </a:moveTo>
                <a:lnTo>
                  <a:pt x="114300" y="0"/>
                </a:lnTo>
                <a:lnTo>
                  <a:pt x="171450" y="57150"/>
                </a:lnTo>
                <a:lnTo>
                  <a:pt x="171450" y="257175"/>
                </a:lnTo>
                <a:lnTo>
                  <a:pt x="0" y="257175"/>
                </a:lnTo>
                <a:close/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99" name="Success result file fold">
            <a:extLst>
              <a:ext uri="{FF2B5EF4-FFF2-40B4-BE49-F238E27FC236}">
                <a16:creationId xmlns:a16="http://schemas.microsoft.com/office/drawing/2014/main" id="{04F2FC12-8349-36B8-1254-B7BAE6688BF1}"/>
              </a:ext>
            </a:extLst>
          </p:cNvPr>
          <p:cNvSpPr>
            <a:spLocks noGrp="1"/>
          </p:cNvSpPr>
          <p:nvPr/>
        </p:nvSpPr>
        <p:spPr>
          <a:xfrm>
            <a:off x="803529" y="6153150"/>
            <a:ext cx="44577" cy="44577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0"/>
                </a:moveTo>
                <a:lnTo>
                  <a:pt x="0" y="57150"/>
                </a:lnTo>
                <a:lnTo>
                  <a:pt x="57150" y="5715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00" name="Success result file rule 0">
            <a:extLst>
              <a:ext uri="{FF2B5EF4-FFF2-40B4-BE49-F238E27FC236}">
                <a16:creationId xmlns:a16="http://schemas.microsoft.com/office/drawing/2014/main" id="{A47742DE-080B-7224-5347-274789001264}"/>
              </a:ext>
            </a:extLst>
          </p:cNvPr>
          <p:cNvSpPr>
            <a:spLocks noGrp="1"/>
          </p:cNvSpPr>
          <p:nvPr/>
        </p:nvSpPr>
        <p:spPr>
          <a:xfrm>
            <a:off x="744093" y="6234874"/>
            <a:ext cx="74295" cy="95"/>
          </a:xfrm>
          <a:custGeom>
            <a:avLst/>
            <a:gdLst/>
            <a:ahLst/>
            <a:cxnLst/>
            <a:rect l="0" t="0" r="0" b="0"/>
            <a:pathLst>
              <a:path w="95250" h="9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01" name="Success result file rule 1">
            <a:extLst>
              <a:ext uri="{FF2B5EF4-FFF2-40B4-BE49-F238E27FC236}">
                <a16:creationId xmlns:a16="http://schemas.microsoft.com/office/drawing/2014/main" id="{AC59D5F2-5A87-226D-5C5F-F33F5376334D}"/>
              </a:ext>
            </a:extLst>
          </p:cNvPr>
          <p:cNvSpPr>
            <a:spLocks noGrp="1"/>
          </p:cNvSpPr>
          <p:nvPr/>
        </p:nvSpPr>
        <p:spPr>
          <a:xfrm>
            <a:off x="744093" y="6264593"/>
            <a:ext cx="74295" cy="95"/>
          </a:xfrm>
          <a:custGeom>
            <a:avLst/>
            <a:gdLst/>
            <a:ahLst/>
            <a:cxnLst/>
            <a:rect l="0" t="0" r="0" b="0"/>
            <a:pathLst>
              <a:path w="95250" h="9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02" name="Success result file rule 2">
            <a:extLst>
              <a:ext uri="{FF2B5EF4-FFF2-40B4-BE49-F238E27FC236}">
                <a16:creationId xmlns:a16="http://schemas.microsoft.com/office/drawing/2014/main" id="{01363ADE-6B6B-9EA8-7218-07A1D7BAF09E}"/>
              </a:ext>
            </a:extLst>
          </p:cNvPr>
          <p:cNvSpPr>
            <a:spLocks noGrp="1"/>
          </p:cNvSpPr>
          <p:nvPr/>
        </p:nvSpPr>
        <p:spPr>
          <a:xfrm>
            <a:off x="744093" y="6294310"/>
            <a:ext cx="52007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03" name="Success result label">
            <a:extLst>
              <a:ext uri="{FF2B5EF4-FFF2-40B4-BE49-F238E27FC236}">
                <a16:creationId xmlns:a16="http://schemas.microsoft.com/office/drawing/2014/main" id="{3713687C-638F-FE34-8AD9-F434A81E3131}"/>
              </a:ext>
            </a:extLst>
          </p:cNvPr>
          <p:cNvSpPr>
            <a:spLocks noGrp="1"/>
          </p:cNvSpPr>
          <p:nvPr/>
        </p:nvSpPr>
        <p:spPr>
          <a:xfrm>
            <a:off x="923925" y="6124575"/>
            <a:ext cx="14859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40" b="0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40" b="0" i="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result.json</a:t>
            </a:r>
            <a:endParaRPr sz="940" b="0" i="0" dirty="0">
              <a:solidFill>
                <a:srgbClr val="2D343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24" name="Tool card Meshy">
            <a:extLst>
              <a:ext uri="{FF2B5EF4-FFF2-40B4-BE49-F238E27FC236}">
                <a16:creationId xmlns:a16="http://schemas.microsoft.com/office/drawing/2014/main" id="{39053AF6-AD11-6D31-B2FA-F88CA0B0522B}"/>
              </a:ext>
            </a:extLst>
          </p:cNvPr>
          <p:cNvSpPr>
            <a:spLocks noGrp="1"/>
          </p:cNvSpPr>
          <p:nvPr/>
        </p:nvSpPr>
        <p:spPr>
          <a:xfrm>
            <a:off x="2845270" y="5789358"/>
            <a:ext cx="866775" cy="809625"/>
          </a:xfrm>
          <a:prstGeom prst="roundRect">
            <a:avLst>
              <a:gd name="adj" fmla="val 10588"/>
            </a:avLst>
          </a:prstGeom>
          <a:noFill/>
          <a:ln w="9525">
            <a:solidFill>
              <a:srgbClr val="EAC1A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25" name="Tool card Hunyuan3D">
            <a:extLst>
              <a:ext uri="{FF2B5EF4-FFF2-40B4-BE49-F238E27FC236}">
                <a16:creationId xmlns:a16="http://schemas.microsoft.com/office/drawing/2014/main" id="{F58644CD-9B8A-4C6E-0D25-4ECDDDFB1639}"/>
              </a:ext>
            </a:extLst>
          </p:cNvPr>
          <p:cNvSpPr>
            <a:spLocks noGrp="1"/>
          </p:cNvSpPr>
          <p:nvPr/>
        </p:nvSpPr>
        <p:spPr>
          <a:xfrm>
            <a:off x="3778720" y="5789358"/>
            <a:ext cx="866775" cy="809625"/>
          </a:xfrm>
          <a:prstGeom prst="roundRect">
            <a:avLst>
              <a:gd name="adj" fmla="val 10588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26" name="Tool card Nano Banana">
            <a:extLst>
              <a:ext uri="{FF2B5EF4-FFF2-40B4-BE49-F238E27FC236}">
                <a16:creationId xmlns:a16="http://schemas.microsoft.com/office/drawing/2014/main" id="{EF849BFE-F881-E65F-612D-785B06336A38}"/>
              </a:ext>
            </a:extLst>
          </p:cNvPr>
          <p:cNvSpPr>
            <a:spLocks noGrp="1"/>
          </p:cNvSpPr>
          <p:nvPr/>
        </p:nvSpPr>
        <p:spPr>
          <a:xfrm>
            <a:off x="4712170" y="5789358"/>
            <a:ext cx="866775" cy="809625"/>
          </a:xfrm>
          <a:prstGeom prst="roundRect">
            <a:avLst>
              <a:gd name="adj" fmla="val 10588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27" name="Nano Banana label">
            <a:extLst>
              <a:ext uri="{FF2B5EF4-FFF2-40B4-BE49-F238E27FC236}">
                <a16:creationId xmlns:a16="http://schemas.microsoft.com/office/drawing/2014/main" id="{EE27D21A-86D4-C020-37DB-A6FDA8EABEEF}"/>
              </a:ext>
            </a:extLst>
          </p:cNvPr>
          <p:cNvSpPr>
            <a:spLocks noGrp="1"/>
          </p:cNvSpPr>
          <p:nvPr/>
        </p:nvSpPr>
        <p:spPr>
          <a:xfrm>
            <a:off x="4731220" y="6313233"/>
            <a:ext cx="8286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1" i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Nano Banana</a:t>
            </a:r>
          </a:p>
        </p:txBody>
      </p:sp>
      <p:sp>
        <p:nvSpPr>
          <p:cNvPr id="1728" name="Tool card Rodin">
            <a:extLst>
              <a:ext uri="{FF2B5EF4-FFF2-40B4-BE49-F238E27FC236}">
                <a16:creationId xmlns:a16="http://schemas.microsoft.com/office/drawing/2014/main" id="{C399FB23-EE69-324D-FB5E-6D1D9655F8A6}"/>
              </a:ext>
            </a:extLst>
          </p:cNvPr>
          <p:cNvSpPr>
            <a:spLocks noGrp="1"/>
          </p:cNvSpPr>
          <p:nvPr/>
        </p:nvSpPr>
        <p:spPr>
          <a:xfrm>
            <a:off x="5645620" y="5789358"/>
            <a:ext cx="866775" cy="809625"/>
          </a:xfrm>
          <a:prstGeom prst="roundRect">
            <a:avLst>
              <a:gd name="adj" fmla="val 10588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29" name="Tool card Image2ThreeJS">
            <a:extLst>
              <a:ext uri="{FF2B5EF4-FFF2-40B4-BE49-F238E27FC236}">
                <a16:creationId xmlns:a16="http://schemas.microsoft.com/office/drawing/2014/main" id="{621224B9-C008-83D3-9C45-52F6F26AF324}"/>
              </a:ext>
            </a:extLst>
          </p:cNvPr>
          <p:cNvSpPr>
            <a:spLocks noGrp="1"/>
          </p:cNvSpPr>
          <p:nvPr/>
        </p:nvSpPr>
        <p:spPr>
          <a:xfrm>
            <a:off x="6579070" y="5789358"/>
            <a:ext cx="866775" cy="809625"/>
          </a:xfrm>
          <a:prstGeom prst="roundRect">
            <a:avLst>
              <a:gd name="adj" fmla="val 10588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30" name="Tool card Marble">
            <a:extLst>
              <a:ext uri="{FF2B5EF4-FFF2-40B4-BE49-F238E27FC236}">
                <a16:creationId xmlns:a16="http://schemas.microsoft.com/office/drawing/2014/main" id="{C2C1F95A-2815-0058-80FB-BDE2FB774339}"/>
              </a:ext>
            </a:extLst>
          </p:cNvPr>
          <p:cNvSpPr>
            <a:spLocks noGrp="1"/>
          </p:cNvSpPr>
          <p:nvPr/>
        </p:nvSpPr>
        <p:spPr>
          <a:xfrm>
            <a:off x="7512520" y="5789358"/>
            <a:ext cx="866775" cy="809625"/>
          </a:xfrm>
          <a:prstGeom prst="roundRect">
            <a:avLst>
              <a:gd name="adj" fmla="val 10588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31" name="Object labels marker">
            <a:extLst>
              <a:ext uri="{FF2B5EF4-FFF2-40B4-BE49-F238E27FC236}">
                <a16:creationId xmlns:a16="http://schemas.microsoft.com/office/drawing/2014/main" id="{C34ADA8B-38ED-581F-E0C7-8A3A5545D900}"/>
              </a:ext>
            </a:extLst>
          </p:cNvPr>
          <p:cNvSpPr>
            <a:spLocks noGrp="1"/>
          </p:cNvSpPr>
          <p:nvPr/>
        </p:nvSpPr>
        <p:spPr>
          <a:xfrm>
            <a:off x="3038047" y="3088370"/>
            <a:ext cx="895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red marker</a:t>
            </a:r>
          </a:p>
        </p:txBody>
      </p:sp>
      <p:sp>
        <p:nvSpPr>
          <p:cNvPr id="1732" name="Object labels bowl">
            <a:extLst>
              <a:ext uri="{FF2B5EF4-FFF2-40B4-BE49-F238E27FC236}">
                <a16:creationId xmlns:a16="http://schemas.microsoft.com/office/drawing/2014/main" id="{447C3B78-B08E-9D72-0EA9-0F9F3EFEE2DD}"/>
              </a:ext>
            </a:extLst>
          </p:cNvPr>
          <p:cNvSpPr>
            <a:spLocks noGrp="1"/>
          </p:cNvSpPr>
          <p:nvPr/>
        </p:nvSpPr>
        <p:spPr>
          <a:xfrm>
            <a:off x="3683936" y="3088370"/>
            <a:ext cx="7239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bowl</a:t>
            </a:r>
          </a:p>
        </p:txBody>
      </p:sp>
      <p:sp>
        <p:nvSpPr>
          <p:cNvPr id="1733" name="Editable asset caption">
            <a:extLst>
              <a:ext uri="{FF2B5EF4-FFF2-40B4-BE49-F238E27FC236}">
                <a16:creationId xmlns:a16="http://schemas.microsoft.com/office/drawing/2014/main" id="{28BAE37D-850F-0B73-FF10-2711C6EF2B51}"/>
              </a:ext>
            </a:extLst>
          </p:cNvPr>
          <p:cNvSpPr>
            <a:spLocks noGrp="1"/>
          </p:cNvSpPr>
          <p:nvPr/>
        </p:nvSpPr>
        <p:spPr>
          <a:xfrm>
            <a:off x="2975738" y="3274560"/>
            <a:ext cx="1733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86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Editable object assets</a:t>
            </a:r>
          </a:p>
        </p:txBody>
      </p:sp>
      <p:sp>
        <p:nvSpPr>
          <p:cNvPr id="1747" name="QC feedback to calibration">
            <a:extLst>
              <a:ext uri="{FF2B5EF4-FFF2-40B4-BE49-F238E27FC236}">
                <a16:creationId xmlns:a16="http://schemas.microsoft.com/office/drawing/2014/main" id="{58DE420C-8BA5-C483-E035-0765E2B3DE59}"/>
              </a:ext>
            </a:extLst>
          </p:cNvPr>
          <p:cNvSpPr>
            <a:spLocks noGrp="1"/>
          </p:cNvSpPr>
          <p:nvPr/>
        </p:nvSpPr>
        <p:spPr>
          <a:xfrm>
            <a:off x="6017609" y="4893908"/>
            <a:ext cx="4249659" cy="347912"/>
          </a:xfrm>
          <a:custGeom>
            <a:avLst/>
            <a:gdLst/>
            <a:ahLst/>
            <a:cxnLst/>
            <a:rect l="0" t="0" r="0" b="0"/>
            <a:pathLst>
              <a:path w="1304925" h="304800">
                <a:moveTo>
                  <a:pt x="1304925" y="304800"/>
                </a:moveTo>
                <a:lnTo>
                  <a:pt x="1304925" y="161925"/>
                </a:lnTo>
                <a:lnTo>
                  <a:pt x="0" y="16192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1683C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748" name="QC feedback to calibration arrowhead">
            <a:extLst>
              <a:ext uri="{FF2B5EF4-FFF2-40B4-BE49-F238E27FC236}">
                <a16:creationId xmlns:a16="http://schemas.microsoft.com/office/drawing/2014/main" id="{6192CD49-64DA-E8ED-9CF2-D1D5CF3E3C58}"/>
              </a:ext>
            </a:extLst>
          </p:cNvPr>
          <p:cNvSpPr>
            <a:spLocks noGrp="1"/>
          </p:cNvSpPr>
          <p:nvPr/>
        </p:nvSpPr>
        <p:spPr>
          <a:xfrm>
            <a:off x="5982123" y="4869070"/>
            <a:ext cx="80010" cy="71438"/>
          </a:xfrm>
          <a:prstGeom prst="triangle">
            <a:avLst/>
          </a:prstGeom>
          <a:solidFill>
            <a:srgbClr val="A1683C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49" name="QC feedback label background">
            <a:extLst>
              <a:ext uri="{FF2B5EF4-FFF2-40B4-BE49-F238E27FC236}">
                <a16:creationId xmlns:a16="http://schemas.microsoft.com/office/drawing/2014/main" id="{E2213D99-A891-3807-3746-4ED771075231}"/>
              </a:ext>
            </a:extLst>
          </p:cNvPr>
          <p:cNvSpPr>
            <a:spLocks noGrp="1"/>
          </p:cNvSpPr>
          <p:nvPr/>
        </p:nvSpPr>
        <p:spPr>
          <a:xfrm>
            <a:off x="7803996" y="5013199"/>
            <a:ext cx="663599" cy="209458"/>
          </a:xfrm>
          <a:prstGeom prst="rect">
            <a:avLst/>
          </a:prstGeom>
          <a:solidFill>
            <a:srgbClr val="ECF6E7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033" name="图片 2">
            <a:extLst>
              <a:ext uri="{FF2B5EF4-FFF2-40B4-BE49-F238E27FC236}">
                <a16:creationId xmlns:a16="http://schemas.microsoft.com/office/drawing/2014/main" id="{543341D0-4E0B-2590-DDF6-BF646FC9ECE9}"/>
              </a:ext>
            </a:extLst>
          </p:cNvPr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10401299" y="2683753"/>
            <a:ext cx="1228725" cy="691158"/>
          </a:xfrm>
          <a:prstGeom prst="roundRect">
            <a:avLst/>
          </a:prstGeom>
        </p:spPr>
      </p:pic>
      <p:pic>
        <p:nvPicPr>
          <p:cNvPr id="2034" name="图片 3">
            <a:extLst>
              <a:ext uri="{FF2B5EF4-FFF2-40B4-BE49-F238E27FC236}">
                <a16:creationId xmlns:a16="http://schemas.microsoft.com/office/drawing/2014/main" id="{8E6FE773-8065-546D-54B3-20B50318D6FF}"/>
              </a:ext>
            </a:extLst>
          </p:cNvPr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10401186" y="3672248"/>
            <a:ext cx="1228725" cy="691158"/>
          </a:xfrm>
          <a:prstGeom prst="roundRect">
            <a:avLst/>
          </a:prstGeom>
        </p:spPr>
      </p:pic>
      <p:sp>
        <p:nvSpPr>
          <p:cNvPr id="1770" name="Clean background file page">
            <a:extLst>
              <a:ext uri="{FF2B5EF4-FFF2-40B4-BE49-F238E27FC236}">
                <a16:creationId xmlns:a16="http://schemas.microsoft.com/office/drawing/2014/main" id="{9989A5C0-3086-65F8-BF6C-77C297313C78}"/>
              </a:ext>
            </a:extLst>
          </p:cNvPr>
          <p:cNvSpPr>
            <a:spLocks noGrp="1"/>
          </p:cNvSpPr>
          <p:nvPr/>
        </p:nvSpPr>
        <p:spPr>
          <a:xfrm>
            <a:off x="714375" y="2305050"/>
            <a:ext cx="123825" cy="176213"/>
          </a:xfrm>
          <a:custGeom>
            <a:avLst/>
            <a:gdLst/>
            <a:ahLst/>
            <a:cxnLst/>
            <a:rect l="0" t="0" r="0" b="0"/>
            <a:pathLst>
              <a:path w="123825" h="176213">
                <a:moveTo>
                  <a:pt x="0" y="0"/>
                </a:moveTo>
                <a:lnTo>
                  <a:pt x="80963" y="0"/>
                </a:lnTo>
                <a:lnTo>
                  <a:pt x="123825" y="42863"/>
                </a:lnTo>
                <a:lnTo>
                  <a:pt x="123825" y="176213"/>
                </a:lnTo>
                <a:lnTo>
                  <a:pt x="0" y="176213"/>
                </a:lnTo>
                <a:lnTo>
                  <a:pt x="0" y="0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71" name="Clean background file fold">
            <a:extLst>
              <a:ext uri="{FF2B5EF4-FFF2-40B4-BE49-F238E27FC236}">
                <a16:creationId xmlns:a16="http://schemas.microsoft.com/office/drawing/2014/main" id="{A387E39F-3CE8-9877-6091-20BAFB135DBF}"/>
              </a:ext>
            </a:extLst>
          </p:cNvPr>
          <p:cNvSpPr>
            <a:spLocks noGrp="1"/>
          </p:cNvSpPr>
          <p:nvPr/>
        </p:nvSpPr>
        <p:spPr>
          <a:xfrm>
            <a:off x="795338" y="2305050"/>
            <a:ext cx="42863" cy="42863"/>
          </a:xfrm>
          <a:custGeom>
            <a:avLst/>
            <a:gdLst/>
            <a:ahLst/>
            <a:cxnLst/>
            <a:rect l="0" t="0" r="0" b="0"/>
            <a:pathLst>
              <a:path w="42863" h="42863">
                <a:moveTo>
                  <a:pt x="0" y="0"/>
                </a:moveTo>
                <a:lnTo>
                  <a:pt x="0" y="42863"/>
                </a:lnTo>
                <a:lnTo>
                  <a:pt x="42863" y="42863"/>
                </a:lnTo>
              </a:path>
            </a:pathLst>
          </a:custGeom>
          <a:noFill/>
          <a:ln w="8096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72" name="Clean background file rule 0">
            <a:extLst>
              <a:ext uri="{FF2B5EF4-FFF2-40B4-BE49-F238E27FC236}">
                <a16:creationId xmlns:a16="http://schemas.microsoft.com/office/drawing/2014/main" id="{B88C0468-A157-A692-7B6B-83F3B090C0AA}"/>
              </a:ext>
            </a:extLst>
          </p:cNvPr>
          <p:cNvSpPr>
            <a:spLocks noGrp="1"/>
          </p:cNvSpPr>
          <p:nvPr/>
        </p:nvSpPr>
        <p:spPr>
          <a:xfrm>
            <a:off x="742950" y="2386013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7144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73" name="Clean background file rule 1">
            <a:extLst>
              <a:ext uri="{FF2B5EF4-FFF2-40B4-BE49-F238E27FC236}">
                <a16:creationId xmlns:a16="http://schemas.microsoft.com/office/drawing/2014/main" id="{CD1C357F-AE7E-A526-3640-6EC80E063C5D}"/>
              </a:ext>
            </a:extLst>
          </p:cNvPr>
          <p:cNvSpPr>
            <a:spLocks noGrp="1"/>
          </p:cNvSpPr>
          <p:nvPr/>
        </p:nvSpPr>
        <p:spPr>
          <a:xfrm>
            <a:off x="742950" y="241458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7144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74" name="Clean background file rule 2">
            <a:extLst>
              <a:ext uri="{FF2B5EF4-FFF2-40B4-BE49-F238E27FC236}">
                <a16:creationId xmlns:a16="http://schemas.microsoft.com/office/drawing/2014/main" id="{C66C39EA-DFE7-6E40-2838-30C1992C2022}"/>
              </a:ext>
            </a:extLst>
          </p:cNvPr>
          <p:cNvSpPr>
            <a:spLocks noGrp="1"/>
          </p:cNvSpPr>
          <p:nvPr/>
        </p:nvSpPr>
        <p:spPr>
          <a:xfrm>
            <a:off x="742950" y="2443163"/>
            <a:ext cx="42863" cy="95"/>
          </a:xfrm>
          <a:custGeom>
            <a:avLst/>
            <a:gdLst/>
            <a:ahLst/>
            <a:cxnLst/>
            <a:rect l="0" t="0" r="0" b="0"/>
            <a:pathLst>
              <a:path w="42863" h="95">
                <a:moveTo>
                  <a:pt x="0" y="0"/>
                </a:moveTo>
                <a:lnTo>
                  <a:pt x="42863" y="0"/>
                </a:lnTo>
              </a:path>
            </a:pathLst>
          </a:custGeom>
          <a:noFill/>
          <a:ln w="7144">
            <a:solidFill>
              <a:srgbClr val="839EB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75" name="Clean background filename">
            <a:extLst>
              <a:ext uri="{FF2B5EF4-FFF2-40B4-BE49-F238E27FC236}">
                <a16:creationId xmlns:a16="http://schemas.microsoft.com/office/drawing/2014/main" id="{B1D851A0-4D9B-743B-D416-710243A079D1}"/>
              </a:ext>
            </a:extLst>
          </p:cNvPr>
          <p:cNvSpPr>
            <a:spLocks noGrp="1"/>
          </p:cNvSpPr>
          <p:nvPr/>
        </p:nvSpPr>
        <p:spPr>
          <a:xfrm>
            <a:off x="923925" y="2276475"/>
            <a:ext cx="1485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40" b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940" b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clean_background</a:t>
            </a:r>
          </a:p>
        </p:txBody>
      </p:sp>
      <p:sp>
        <p:nvSpPr>
          <p:cNvPr id="1776" name="Scripts expanded">
            <a:extLst>
              <a:ext uri="{FF2B5EF4-FFF2-40B4-BE49-F238E27FC236}">
                <a16:creationId xmlns:a16="http://schemas.microsoft.com/office/drawing/2014/main" id="{D0C32DDC-6467-801E-1A98-D188224383A4}"/>
              </a:ext>
            </a:extLst>
          </p:cNvPr>
          <p:cNvSpPr>
            <a:spLocks noGrp="1"/>
          </p:cNvSpPr>
          <p:nvPr/>
        </p:nvSpPr>
        <p:spPr>
          <a:xfrm rot="10800000">
            <a:off x="390525" y="4276725"/>
            <a:ext cx="71438" cy="71438"/>
          </a:xfrm>
          <a:prstGeom prst="triangle">
            <a:avLst/>
          </a:prstGeom>
          <a:solidFill>
            <a:srgbClr val="839EB6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77" name="Scripts folder tab">
            <a:extLst>
              <a:ext uri="{FF2B5EF4-FFF2-40B4-BE49-F238E27FC236}">
                <a16:creationId xmlns:a16="http://schemas.microsoft.com/office/drawing/2014/main" id="{DD45711E-CE2B-2F1D-0F18-8AF84B175287}"/>
              </a:ext>
            </a:extLst>
          </p:cNvPr>
          <p:cNvSpPr>
            <a:spLocks noGrp="1"/>
          </p:cNvSpPr>
          <p:nvPr/>
        </p:nvSpPr>
        <p:spPr>
          <a:xfrm>
            <a:off x="542925" y="4219575"/>
            <a:ext cx="76200" cy="47625"/>
          </a:xfrm>
          <a:prstGeom prst="roundRect">
            <a:avLst>
              <a:gd name="adj" fmla="val 20000"/>
            </a:avLst>
          </a:prstGeom>
          <a:solidFill>
            <a:srgbClr val="DDC9A9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78" name="Scripts folder body">
            <a:extLst>
              <a:ext uri="{FF2B5EF4-FFF2-40B4-BE49-F238E27FC236}">
                <a16:creationId xmlns:a16="http://schemas.microsoft.com/office/drawing/2014/main" id="{C16BA54B-7396-ECCE-79EB-92C67BE24C39}"/>
              </a:ext>
            </a:extLst>
          </p:cNvPr>
          <p:cNvSpPr>
            <a:spLocks noGrp="1"/>
          </p:cNvSpPr>
          <p:nvPr/>
        </p:nvSpPr>
        <p:spPr>
          <a:xfrm>
            <a:off x="533400" y="4248150"/>
            <a:ext cx="171450" cy="123825"/>
          </a:xfrm>
          <a:prstGeom prst="roundRect">
            <a:avLst>
              <a:gd name="adj" fmla="val 7692"/>
            </a:avLst>
          </a:prstGeom>
          <a:solidFill>
            <a:srgbClr val="C6A77D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79" name="Scripts folder rim">
            <a:extLst>
              <a:ext uri="{FF2B5EF4-FFF2-40B4-BE49-F238E27FC236}">
                <a16:creationId xmlns:a16="http://schemas.microsoft.com/office/drawing/2014/main" id="{34AA9BBB-A31A-BFF8-17EF-8F84A0388C9B}"/>
              </a:ext>
            </a:extLst>
          </p:cNvPr>
          <p:cNvSpPr>
            <a:spLocks noGrp="1"/>
          </p:cNvSpPr>
          <p:nvPr/>
        </p:nvSpPr>
        <p:spPr>
          <a:xfrm>
            <a:off x="542925" y="4267200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6668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80" name="Scripts directory">
            <a:extLst>
              <a:ext uri="{FF2B5EF4-FFF2-40B4-BE49-F238E27FC236}">
                <a16:creationId xmlns:a16="http://schemas.microsoft.com/office/drawing/2014/main" id="{B6CE8BC3-FDA7-AEA0-B66A-C7530C8D1BDD}"/>
              </a:ext>
            </a:extLst>
          </p:cNvPr>
          <p:cNvSpPr>
            <a:spLocks noGrp="1"/>
          </p:cNvSpPr>
          <p:nvPr/>
        </p:nvSpPr>
        <p:spPr>
          <a:xfrm>
            <a:off x="790575" y="41814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</a:t>
            </a:r>
            <a:r>
              <a:rPr lang="en-US" sz="1050" b="1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kills</a:t>
            </a:r>
            <a:r>
              <a:rPr sz="1050" b="1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/</a:t>
            </a:r>
          </a:p>
        </p:txBody>
      </p:sp>
      <p:sp>
        <p:nvSpPr>
          <p:cNvPr id="1786" name="calibrate.py label">
            <a:extLst>
              <a:ext uri="{FF2B5EF4-FFF2-40B4-BE49-F238E27FC236}">
                <a16:creationId xmlns:a16="http://schemas.microsoft.com/office/drawing/2014/main" id="{E36DC098-147C-6145-A153-2419F9A767A9}"/>
              </a:ext>
            </a:extLst>
          </p:cNvPr>
          <p:cNvSpPr>
            <a:spLocks noGrp="1"/>
          </p:cNvSpPr>
          <p:nvPr/>
        </p:nvSpPr>
        <p:spPr>
          <a:xfrm>
            <a:off x="923925" y="4467225"/>
            <a:ext cx="1485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40" b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94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Camera-</a:t>
            </a:r>
            <a:r>
              <a:rPr lang="en-US" sz="940" dirty="0" err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calib</a:t>
            </a:r>
            <a:r>
              <a:rPr lang="en-US" sz="94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-judge</a:t>
            </a:r>
            <a:endParaRPr sz="940" b="0" dirty="0">
              <a:solidFill>
                <a:srgbClr val="2D343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92" name="T_camw_assembly.py label">
            <a:extLst>
              <a:ext uri="{FF2B5EF4-FFF2-40B4-BE49-F238E27FC236}">
                <a16:creationId xmlns:a16="http://schemas.microsoft.com/office/drawing/2014/main" id="{B9891E54-D8B8-0D3D-50F2-110646CAC5E5}"/>
              </a:ext>
            </a:extLst>
          </p:cNvPr>
          <p:cNvSpPr>
            <a:spLocks noGrp="1"/>
          </p:cNvSpPr>
          <p:nvPr/>
        </p:nvSpPr>
        <p:spPr>
          <a:xfrm>
            <a:off x="923925" y="4752975"/>
            <a:ext cx="1485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40" b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94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Collider-fit</a:t>
            </a:r>
            <a:endParaRPr sz="940" b="0" dirty="0">
              <a:solidFill>
                <a:srgbClr val="2D343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98" name="probe.py label">
            <a:extLst>
              <a:ext uri="{FF2B5EF4-FFF2-40B4-BE49-F238E27FC236}">
                <a16:creationId xmlns:a16="http://schemas.microsoft.com/office/drawing/2014/main" id="{B85435F7-1A45-E027-AB13-0BC317325F25}"/>
              </a:ext>
            </a:extLst>
          </p:cNvPr>
          <p:cNvSpPr>
            <a:spLocks noGrp="1"/>
          </p:cNvSpPr>
          <p:nvPr/>
        </p:nvSpPr>
        <p:spPr>
          <a:xfrm>
            <a:off x="923925" y="5038725"/>
            <a:ext cx="1485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40" b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94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Scene-clean</a:t>
            </a:r>
            <a:endParaRPr sz="940" b="0" dirty="0">
              <a:solidFill>
                <a:srgbClr val="2D343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99" name="Check success expanded">
            <a:extLst>
              <a:ext uri="{FF2B5EF4-FFF2-40B4-BE49-F238E27FC236}">
                <a16:creationId xmlns:a16="http://schemas.microsoft.com/office/drawing/2014/main" id="{79EE9D00-6DA8-EC57-5FB3-76D1A5791460}"/>
              </a:ext>
            </a:extLst>
          </p:cNvPr>
          <p:cNvSpPr>
            <a:spLocks noGrp="1"/>
          </p:cNvSpPr>
          <p:nvPr/>
        </p:nvSpPr>
        <p:spPr>
          <a:xfrm rot="10800000">
            <a:off x="371475" y="5895975"/>
            <a:ext cx="71438" cy="71438"/>
          </a:xfrm>
          <a:prstGeom prst="triangle">
            <a:avLst/>
          </a:prstGeom>
          <a:solidFill>
            <a:srgbClr val="839EB6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00" name="Check success folder tab">
            <a:extLst>
              <a:ext uri="{FF2B5EF4-FFF2-40B4-BE49-F238E27FC236}">
                <a16:creationId xmlns:a16="http://schemas.microsoft.com/office/drawing/2014/main" id="{52685453-F8D1-4524-2490-8F8E1D4061E4}"/>
              </a:ext>
            </a:extLst>
          </p:cNvPr>
          <p:cNvSpPr>
            <a:spLocks noGrp="1"/>
          </p:cNvSpPr>
          <p:nvPr/>
        </p:nvSpPr>
        <p:spPr>
          <a:xfrm>
            <a:off x="514350" y="5838825"/>
            <a:ext cx="76200" cy="47625"/>
          </a:xfrm>
          <a:prstGeom prst="roundRect">
            <a:avLst>
              <a:gd name="adj" fmla="val 20000"/>
            </a:avLst>
          </a:prstGeom>
          <a:solidFill>
            <a:srgbClr val="DDC9A9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01" name="Check success folder body">
            <a:extLst>
              <a:ext uri="{FF2B5EF4-FFF2-40B4-BE49-F238E27FC236}">
                <a16:creationId xmlns:a16="http://schemas.microsoft.com/office/drawing/2014/main" id="{6C1EF230-7BE1-1C19-0670-9C3E07045452}"/>
              </a:ext>
            </a:extLst>
          </p:cNvPr>
          <p:cNvSpPr>
            <a:spLocks noGrp="1"/>
          </p:cNvSpPr>
          <p:nvPr/>
        </p:nvSpPr>
        <p:spPr>
          <a:xfrm>
            <a:off x="504825" y="5867400"/>
            <a:ext cx="171450" cy="123825"/>
          </a:xfrm>
          <a:prstGeom prst="roundRect">
            <a:avLst>
              <a:gd name="adj" fmla="val 7692"/>
            </a:avLst>
          </a:prstGeom>
          <a:solidFill>
            <a:srgbClr val="C6A77D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02" name="Check success folder rim">
            <a:extLst>
              <a:ext uri="{FF2B5EF4-FFF2-40B4-BE49-F238E27FC236}">
                <a16:creationId xmlns:a16="http://schemas.microsoft.com/office/drawing/2014/main" id="{75635F7D-0FEE-1A96-9B2F-736D7DC64B8B}"/>
              </a:ext>
            </a:extLst>
          </p:cNvPr>
          <p:cNvSpPr>
            <a:spLocks noGrp="1"/>
          </p:cNvSpPr>
          <p:nvPr/>
        </p:nvSpPr>
        <p:spPr>
          <a:xfrm>
            <a:off x="514350" y="5886450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6668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03" name="Check success directory">
            <a:extLst>
              <a:ext uri="{FF2B5EF4-FFF2-40B4-BE49-F238E27FC236}">
                <a16:creationId xmlns:a16="http://schemas.microsoft.com/office/drawing/2014/main" id="{CCB7F1F8-DEDE-F680-4143-34EEB443C643}"/>
              </a:ext>
            </a:extLst>
          </p:cNvPr>
          <p:cNvSpPr>
            <a:spLocks noGrp="1"/>
          </p:cNvSpPr>
          <p:nvPr/>
        </p:nvSpPr>
        <p:spPr>
          <a:xfrm>
            <a:off x="762000" y="5800725"/>
            <a:ext cx="1647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check_success/</a:t>
            </a:r>
          </a:p>
        </p:txBody>
      </p:sp>
      <p:sp>
        <p:nvSpPr>
          <p:cNvPr id="5" name="Step 0 title">
            <a:extLst>
              <a:ext uri="{FF2B5EF4-FFF2-40B4-BE49-F238E27FC236}">
                <a16:creationId xmlns:a16="http://schemas.microsoft.com/office/drawing/2014/main" id="{4AD9BB7F-8313-8D77-9CCC-7F7D39495ECE}"/>
              </a:ext>
            </a:extLst>
          </p:cNvPr>
          <p:cNvSpPr>
            <a:spLocks noGrp="1"/>
          </p:cNvSpPr>
          <p:nvPr/>
        </p:nvSpPr>
        <p:spPr>
          <a:xfrm>
            <a:off x="10233958" y="2082607"/>
            <a:ext cx="24574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050" b="1" i="0">
                <a:solidFill>
                  <a:srgbClr val="253744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200" b="1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Replay agent</a:t>
            </a:r>
            <a:endParaRPr sz="1200" b="1" i="0" dirty="0">
              <a:solidFill>
                <a:srgbClr val="2D343B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40BC012-6CA0-8AAC-D572-6E6B5FEE7C92}"/>
              </a:ext>
            </a:extLst>
          </p:cNvPr>
          <p:cNvPicPr>
            <a:picLocks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831" y="2444331"/>
            <a:ext cx="1141015" cy="675087"/>
          </a:xfrm>
          <a:prstGeom prst="roundRect">
            <a:avLst/>
          </a:prstGeom>
        </p:spPr>
      </p:pic>
      <p:sp>
        <p:nvSpPr>
          <p:cNvPr id="9" name="文本框 747">
            <a:extLst>
              <a:ext uri="{FF2B5EF4-FFF2-40B4-BE49-F238E27FC236}">
                <a16:creationId xmlns:a16="http://schemas.microsoft.com/office/drawing/2014/main" id="{6912AA9C-0B9C-825E-8285-26B10D27D4A0}"/>
              </a:ext>
            </a:extLst>
          </p:cNvPr>
          <p:cNvSpPr>
            <a:spLocks noGrp="1"/>
          </p:cNvSpPr>
          <p:nvPr/>
        </p:nvSpPr>
        <p:spPr>
          <a:xfrm>
            <a:off x="8616803" y="3338531"/>
            <a:ext cx="131445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65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Assembled</a:t>
            </a:r>
            <a:endParaRPr sz="865" b="0" i="0" dirty="0">
              <a:solidFill>
                <a:srgbClr val="58677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7" name="QC feedback to calibration arrowhead">
            <a:extLst>
              <a:ext uri="{FF2B5EF4-FFF2-40B4-BE49-F238E27FC236}">
                <a16:creationId xmlns:a16="http://schemas.microsoft.com/office/drawing/2014/main" id="{3FE5346F-286C-A41B-F327-27D5762B06E0}"/>
              </a:ext>
            </a:extLst>
          </p:cNvPr>
          <p:cNvSpPr>
            <a:spLocks noGrp="1"/>
          </p:cNvSpPr>
          <p:nvPr/>
        </p:nvSpPr>
        <p:spPr>
          <a:xfrm>
            <a:off x="8485378" y="4875940"/>
            <a:ext cx="80010" cy="71438"/>
          </a:xfrm>
          <a:prstGeom prst="triangle">
            <a:avLst/>
          </a:prstGeom>
          <a:solidFill>
            <a:srgbClr val="A1683C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Rounded Rectangle 37">
            <a:extLst>
              <a:ext uri="{FF2B5EF4-FFF2-40B4-BE49-F238E27FC236}">
                <a16:creationId xmlns:a16="http://schemas.microsoft.com/office/drawing/2014/main" id="{9C44ECB9-0281-34F7-0A80-0C2D6D74ADDE}"/>
              </a:ext>
            </a:extLst>
          </p:cNvPr>
          <p:cNvSpPr>
            <a:spLocks noGrp="1"/>
          </p:cNvSpPr>
          <p:nvPr/>
        </p:nvSpPr>
        <p:spPr>
          <a:xfrm>
            <a:off x="8617420" y="5250708"/>
            <a:ext cx="3422180" cy="1472100"/>
          </a:xfrm>
          <a:prstGeom prst="roundRect">
            <a:avLst>
              <a:gd name="adj" fmla="val 8451"/>
            </a:avLst>
          </a:prstGeom>
          <a:solidFill>
            <a:srgbClr val="EAFAF8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endParaRPr dirty="0"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2" name="TextBox 38">
            <a:extLst>
              <a:ext uri="{FF2B5EF4-FFF2-40B4-BE49-F238E27FC236}">
                <a16:creationId xmlns:a16="http://schemas.microsoft.com/office/drawing/2014/main" id="{3CE97C1A-5D3B-5C14-7582-6C70265B1999}"/>
              </a:ext>
            </a:extLst>
          </p:cNvPr>
          <p:cNvSpPr>
            <a:spLocks noGrp="1"/>
          </p:cNvSpPr>
          <p:nvPr/>
        </p:nvSpPr>
        <p:spPr>
          <a:xfrm>
            <a:off x="7520312" y="5324583"/>
            <a:ext cx="55149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1" i="0">
                <a:solidFill>
                  <a:srgbClr val="3E5C7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650" b="1" i="0" dirty="0">
                <a:solidFill>
                  <a:schemeClr val="accent5">
                    <a:lumMod val="75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Verification</a:t>
            </a:r>
            <a:r>
              <a:rPr lang="en-US" sz="1650" b="1" dirty="0">
                <a:solidFill>
                  <a:schemeClr val="accent5">
                    <a:lumMod val="75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-Guided</a:t>
            </a:r>
            <a:r>
              <a:rPr lang="en-US" sz="1650" b="1" i="0" dirty="0">
                <a:solidFill>
                  <a:schemeClr val="accent5">
                    <a:lumMod val="75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Refine</a:t>
            </a:r>
            <a:r>
              <a:rPr lang="en-US" altLang="zh-CN" sz="1650" b="1" i="0" dirty="0">
                <a:solidFill>
                  <a:schemeClr val="accent5">
                    <a:lumMod val="75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ment</a:t>
            </a:r>
            <a:endParaRPr sz="1650" b="1" i="0" dirty="0">
              <a:solidFill>
                <a:schemeClr val="accent5">
                  <a:lumMod val="75000"/>
                </a:schemeClr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26" name="Scripts folder tab">
            <a:extLst>
              <a:ext uri="{FF2B5EF4-FFF2-40B4-BE49-F238E27FC236}">
                <a16:creationId xmlns:a16="http://schemas.microsoft.com/office/drawing/2014/main" id="{6DA856A2-819D-7E7D-7150-F89C974672BC}"/>
              </a:ext>
            </a:extLst>
          </p:cNvPr>
          <p:cNvSpPr>
            <a:spLocks noGrp="1"/>
          </p:cNvSpPr>
          <p:nvPr/>
        </p:nvSpPr>
        <p:spPr>
          <a:xfrm>
            <a:off x="695325" y="4505327"/>
            <a:ext cx="76200" cy="47625"/>
          </a:xfrm>
          <a:prstGeom prst="roundRect">
            <a:avLst>
              <a:gd name="adj" fmla="val 20000"/>
            </a:avLst>
          </a:prstGeom>
          <a:solidFill>
            <a:srgbClr val="DDC9A9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Scripts folder body">
            <a:extLst>
              <a:ext uri="{FF2B5EF4-FFF2-40B4-BE49-F238E27FC236}">
                <a16:creationId xmlns:a16="http://schemas.microsoft.com/office/drawing/2014/main" id="{6A95892B-BF31-6976-5C61-1D8A72E64B80}"/>
              </a:ext>
            </a:extLst>
          </p:cNvPr>
          <p:cNvSpPr>
            <a:spLocks noGrp="1"/>
          </p:cNvSpPr>
          <p:nvPr/>
        </p:nvSpPr>
        <p:spPr>
          <a:xfrm>
            <a:off x="685800" y="4533902"/>
            <a:ext cx="171450" cy="123825"/>
          </a:xfrm>
          <a:prstGeom prst="roundRect">
            <a:avLst>
              <a:gd name="adj" fmla="val 7692"/>
            </a:avLst>
          </a:prstGeom>
          <a:solidFill>
            <a:srgbClr val="C6A77D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cripts folder rim">
            <a:extLst>
              <a:ext uri="{FF2B5EF4-FFF2-40B4-BE49-F238E27FC236}">
                <a16:creationId xmlns:a16="http://schemas.microsoft.com/office/drawing/2014/main" id="{3421D60C-6C5A-04A6-1EA1-A6D4F68AB999}"/>
              </a:ext>
            </a:extLst>
          </p:cNvPr>
          <p:cNvSpPr>
            <a:spLocks noGrp="1"/>
          </p:cNvSpPr>
          <p:nvPr/>
        </p:nvSpPr>
        <p:spPr>
          <a:xfrm>
            <a:off x="695325" y="4552952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6668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Scripts folder tab">
            <a:extLst>
              <a:ext uri="{FF2B5EF4-FFF2-40B4-BE49-F238E27FC236}">
                <a16:creationId xmlns:a16="http://schemas.microsoft.com/office/drawing/2014/main" id="{13172874-C6C1-7EF7-DCFE-7F0AA82F15FB}"/>
              </a:ext>
            </a:extLst>
          </p:cNvPr>
          <p:cNvSpPr>
            <a:spLocks noGrp="1"/>
          </p:cNvSpPr>
          <p:nvPr/>
        </p:nvSpPr>
        <p:spPr>
          <a:xfrm>
            <a:off x="695325" y="4795848"/>
            <a:ext cx="76200" cy="47625"/>
          </a:xfrm>
          <a:prstGeom prst="roundRect">
            <a:avLst>
              <a:gd name="adj" fmla="val 20000"/>
            </a:avLst>
          </a:prstGeom>
          <a:solidFill>
            <a:srgbClr val="DDC9A9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Scripts folder body">
            <a:extLst>
              <a:ext uri="{FF2B5EF4-FFF2-40B4-BE49-F238E27FC236}">
                <a16:creationId xmlns:a16="http://schemas.microsoft.com/office/drawing/2014/main" id="{5E3CA07E-6DAE-FF68-0F91-00CCB2B24A87}"/>
              </a:ext>
            </a:extLst>
          </p:cNvPr>
          <p:cNvSpPr>
            <a:spLocks noGrp="1"/>
          </p:cNvSpPr>
          <p:nvPr/>
        </p:nvSpPr>
        <p:spPr>
          <a:xfrm>
            <a:off x="685800" y="4824423"/>
            <a:ext cx="171450" cy="123825"/>
          </a:xfrm>
          <a:prstGeom prst="roundRect">
            <a:avLst>
              <a:gd name="adj" fmla="val 7692"/>
            </a:avLst>
          </a:prstGeom>
          <a:solidFill>
            <a:srgbClr val="C6A77D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Scripts folder rim">
            <a:extLst>
              <a:ext uri="{FF2B5EF4-FFF2-40B4-BE49-F238E27FC236}">
                <a16:creationId xmlns:a16="http://schemas.microsoft.com/office/drawing/2014/main" id="{AA2A56CC-EBDB-2F9C-3640-2778EA57BF59}"/>
              </a:ext>
            </a:extLst>
          </p:cNvPr>
          <p:cNvSpPr>
            <a:spLocks noGrp="1"/>
          </p:cNvSpPr>
          <p:nvPr/>
        </p:nvSpPr>
        <p:spPr>
          <a:xfrm>
            <a:off x="695325" y="4843473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6668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cripts folder tab">
            <a:extLst>
              <a:ext uri="{FF2B5EF4-FFF2-40B4-BE49-F238E27FC236}">
                <a16:creationId xmlns:a16="http://schemas.microsoft.com/office/drawing/2014/main" id="{F1123148-1C00-0A11-DC9C-AE5ABFAC1411}"/>
              </a:ext>
            </a:extLst>
          </p:cNvPr>
          <p:cNvSpPr>
            <a:spLocks noGrp="1"/>
          </p:cNvSpPr>
          <p:nvPr/>
        </p:nvSpPr>
        <p:spPr>
          <a:xfrm>
            <a:off x="695325" y="5070485"/>
            <a:ext cx="76200" cy="47625"/>
          </a:xfrm>
          <a:prstGeom prst="roundRect">
            <a:avLst>
              <a:gd name="adj" fmla="val 20000"/>
            </a:avLst>
          </a:prstGeom>
          <a:solidFill>
            <a:srgbClr val="DDC9A9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cripts folder body">
            <a:extLst>
              <a:ext uri="{FF2B5EF4-FFF2-40B4-BE49-F238E27FC236}">
                <a16:creationId xmlns:a16="http://schemas.microsoft.com/office/drawing/2014/main" id="{985B86A1-1722-140D-1412-55B1AA504E3F}"/>
              </a:ext>
            </a:extLst>
          </p:cNvPr>
          <p:cNvSpPr>
            <a:spLocks noGrp="1"/>
          </p:cNvSpPr>
          <p:nvPr/>
        </p:nvSpPr>
        <p:spPr>
          <a:xfrm>
            <a:off x="685800" y="5099060"/>
            <a:ext cx="171450" cy="123825"/>
          </a:xfrm>
          <a:prstGeom prst="roundRect">
            <a:avLst>
              <a:gd name="adj" fmla="val 7692"/>
            </a:avLst>
          </a:prstGeom>
          <a:solidFill>
            <a:srgbClr val="C6A77D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Scripts folder rim">
            <a:extLst>
              <a:ext uri="{FF2B5EF4-FFF2-40B4-BE49-F238E27FC236}">
                <a16:creationId xmlns:a16="http://schemas.microsoft.com/office/drawing/2014/main" id="{1B3D24D6-E56F-E192-63B3-A22FFDEB0E51}"/>
              </a:ext>
            </a:extLst>
          </p:cNvPr>
          <p:cNvSpPr>
            <a:spLocks noGrp="1"/>
          </p:cNvSpPr>
          <p:nvPr/>
        </p:nvSpPr>
        <p:spPr>
          <a:xfrm>
            <a:off x="695325" y="5118110"/>
            <a:ext cx="152400" cy="95"/>
          </a:xfrm>
          <a:custGeom>
            <a:avLst/>
            <a:gdLst/>
            <a:ahLst/>
            <a:cxnLst/>
            <a:rect l="0" t="0" r="0" b="0"/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6668">
            <a:solidFill>
              <a:srgbClr val="DDC9A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QC feedback to calibration">
            <a:extLst>
              <a:ext uri="{FF2B5EF4-FFF2-40B4-BE49-F238E27FC236}">
                <a16:creationId xmlns:a16="http://schemas.microsoft.com/office/drawing/2014/main" id="{3A424D06-555A-3916-5F93-45636B8FC7E0}"/>
              </a:ext>
            </a:extLst>
          </p:cNvPr>
          <p:cNvSpPr>
            <a:spLocks noGrp="1"/>
          </p:cNvSpPr>
          <p:nvPr/>
        </p:nvSpPr>
        <p:spPr>
          <a:xfrm flipH="1">
            <a:off x="10252447" y="4925020"/>
            <a:ext cx="563162" cy="293637"/>
          </a:xfrm>
          <a:custGeom>
            <a:avLst/>
            <a:gdLst/>
            <a:ahLst/>
            <a:cxnLst/>
            <a:rect l="0" t="0" r="0" b="0"/>
            <a:pathLst>
              <a:path w="1304925" h="304800">
                <a:moveTo>
                  <a:pt x="1304925" y="304800"/>
                </a:moveTo>
                <a:lnTo>
                  <a:pt x="1304925" y="161925"/>
                </a:lnTo>
                <a:lnTo>
                  <a:pt x="0" y="16192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1683C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50" name="QC feedback to calibration arrowhead">
            <a:extLst>
              <a:ext uri="{FF2B5EF4-FFF2-40B4-BE49-F238E27FC236}">
                <a16:creationId xmlns:a16="http://schemas.microsoft.com/office/drawing/2014/main" id="{7801328A-A244-B83B-7981-40358B8E5E8B}"/>
              </a:ext>
            </a:extLst>
          </p:cNvPr>
          <p:cNvSpPr>
            <a:spLocks noGrp="1"/>
          </p:cNvSpPr>
          <p:nvPr/>
        </p:nvSpPr>
        <p:spPr>
          <a:xfrm>
            <a:off x="10776988" y="4881766"/>
            <a:ext cx="80010" cy="71438"/>
          </a:xfrm>
          <a:prstGeom prst="triangle">
            <a:avLst/>
          </a:prstGeom>
          <a:solidFill>
            <a:srgbClr val="A1683C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50" name="QC feedback label">
            <a:extLst>
              <a:ext uri="{FF2B5EF4-FFF2-40B4-BE49-F238E27FC236}">
                <a16:creationId xmlns:a16="http://schemas.microsoft.com/office/drawing/2014/main" id="{AAF77273-99B6-F2AC-D57E-E8476FBEC0C6}"/>
              </a:ext>
            </a:extLst>
          </p:cNvPr>
          <p:cNvSpPr>
            <a:spLocks noGrp="1"/>
          </p:cNvSpPr>
          <p:nvPr/>
        </p:nvSpPr>
        <p:spPr>
          <a:xfrm>
            <a:off x="7903031" y="5023582"/>
            <a:ext cx="4572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790" b="1" i="0">
                <a:solidFill>
                  <a:srgbClr val="96612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sz="1050" b="1" i="0" dirty="0">
                <a:solidFill>
                  <a:srgbClr val="A1683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if fails</a:t>
            </a:r>
          </a:p>
        </p:txBody>
      </p:sp>
      <p:sp>
        <p:nvSpPr>
          <p:cNvPr id="52" name="Calibration editor tab bottom">
            <a:extLst>
              <a:ext uri="{FF2B5EF4-FFF2-40B4-BE49-F238E27FC236}">
                <a16:creationId xmlns:a16="http://schemas.microsoft.com/office/drawing/2014/main" id="{0A5FD6B5-36BF-8443-647E-E79C33858A07}"/>
              </a:ext>
            </a:extLst>
          </p:cNvPr>
          <p:cNvSpPr>
            <a:spLocks noGrp="1"/>
          </p:cNvSpPr>
          <p:nvPr/>
        </p:nvSpPr>
        <p:spPr>
          <a:xfrm>
            <a:off x="3017769" y="3514728"/>
            <a:ext cx="1715126" cy="48037"/>
          </a:xfrm>
          <a:custGeom>
            <a:avLst/>
            <a:gdLst/>
            <a:ahLst/>
            <a:cxnLst/>
            <a:rect l="0" t="0" r="0" b="0"/>
            <a:pathLst>
              <a:path w="2438400" h="95">
                <a:moveTo>
                  <a:pt x="0" y="0"/>
                </a:moveTo>
                <a:lnTo>
                  <a:pt x="2438400" y="0"/>
                </a:lnTo>
              </a:path>
            </a:pathLst>
          </a:custGeom>
          <a:noFill/>
          <a:ln w="6668">
            <a:solidFill>
              <a:srgbClr val="C7D8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57" name="文本框 871">
            <a:extLst>
              <a:ext uri="{FF2B5EF4-FFF2-40B4-BE49-F238E27FC236}">
                <a16:creationId xmlns:a16="http://schemas.microsoft.com/office/drawing/2014/main" id="{991B6967-3A15-B075-5849-75B9FA4F0295}"/>
              </a:ext>
            </a:extLst>
          </p:cNvPr>
          <p:cNvSpPr>
            <a:spLocks noGrp="1"/>
          </p:cNvSpPr>
          <p:nvPr/>
        </p:nvSpPr>
        <p:spPr>
          <a:xfrm>
            <a:off x="7092191" y="3350424"/>
            <a:ext cx="173355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65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6-DoF Pose </a:t>
            </a:r>
          </a:p>
          <a:p>
            <a:pPr algn="ctr">
              <a:buNone/>
              <a:defRPr sz="86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65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Optimization</a:t>
            </a:r>
            <a:endParaRPr sz="865" b="0" i="0" dirty="0">
              <a:solidFill>
                <a:srgbClr val="58677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59" name="Tool card Marble">
            <a:extLst>
              <a:ext uri="{FF2B5EF4-FFF2-40B4-BE49-F238E27FC236}">
                <a16:creationId xmlns:a16="http://schemas.microsoft.com/office/drawing/2014/main" id="{A4711B3D-7A05-D85C-19B8-4D24EBBC7AA5}"/>
              </a:ext>
            </a:extLst>
          </p:cNvPr>
          <p:cNvSpPr>
            <a:spLocks noGrp="1"/>
          </p:cNvSpPr>
          <p:nvPr/>
        </p:nvSpPr>
        <p:spPr>
          <a:xfrm>
            <a:off x="8816387" y="5806291"/>
            <a:ext cx="866775" cy="809625"/>
          </a:xfrm>
          <a:prstGeom prst="roundRect">
            <a:avLst>
              <a:gd name="adj" fmla="val 10588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61" name="Tool card Marble">
            <a:extLst>
              <a:ext uri="{FF2B5EF4-FFF2-40B4-BE49-F238E27FC236}">
                <a16:creationId xmlns:a16="http://schemas.microsoft.com/office/drawing/2014/main" id="{AF065B61-B038-D0AC-C4F2-A2AB74E5B3CB}"/>
              </a:ext>
            </a:extLst>
          </p:cNvPr>
          <p:cNvSpPr>
            <a:spLocks noGrp="1"/>
          </p:cNvSpPr>
          <p:nvPr/>
        </p:nvSpPr>
        <p:spPr>
          <a:xfrm>
            <a:off x="9832391" y="5797824"/>
            <a:ext cx="866775" cy="809625"/>
          </a:xfrm>
          <a:prstGeom prst="roundRect">
            <a:avLst>
              <a:gd name="adj" fmla="val 10588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63" name="Tool card Marble">
            <a:extLst>
              <a:ext uri="{FF2B5EF4-FFF2-40B4-BE49-F238E27FC236}">
                <a16:creationId xmlns:a16="http://schemas.microsoft.com/office/drawing/2014/main" id="{B0579B63-5A07-9560-1E89-F96428B0F051}"/>
              </a:ext>
            </a:extLst>
          </p:cNvPr>
          <p:cNvSpPr>
            <a:spLocks noGrp="1"/>
          </p:cNvSpPr>
          <p:nvPr/>
        </p:nvSpPr>
        <p:spPr>
          <a:xfrm>
            <a:off x="10860515" y="5797383"/>
            <a:ext cx="866775" cy="809625"/>
          </a:xfrm>
          <a:prstGeom prst="roundRect">
            <a:avLst>
              <a:gd name="adj" fmla="val 10588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65" name="TextBox 38">
            <a:extLst>
              <a:ext uri="{FF2B5EF4-FFF2-40B4-BE49-F238E27FC236}">
                <a16:creationId xmlns:a16="http://schemas.microsoft.com/office/drawing/2014/main" id="{7F646624-EB2A-AA67-BB07-50BF6DF2E6E2}"/>
              </a:ext>
            </a:extLst>
          </p:cNvPr>
          <p:cNvSpPr>
            <a:spLocks noGrp="1"/>
          </p:cNvSpPr>
          <p:nvPr/>
        </p:nvSpPr>
        <p:spPr>
          <a:xfrm>
            <a:off x="8821560" y="6085569"/>
            <a:ext cx="930629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1" i="0">
                <a:solidFill>
                  <a:srgbClr val="3E5C7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Reconstruction</a:t>
            </a:r>
            <a:r>
              <a:rPr lang="en-US" sz="800" b="1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</a:t>
            </a:r>
          </a:p>
          <a:p>
            <a:pPr algn="ctr">
              <a:buNone/>
              <a:defRPr sz="1650" b="1" i="0">
                <a:solidFill>
                  <a:srgbClr val="3E5C7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Judge</a:t>
            </a:r>
            <a:endParaRPr sz="800" b="1" i="0" dirty="0">
              <a:solidFill>
                <a:schemeClr val="accent5">
                  <a:lumMod val="60000"/>
                  <a:lumOff val="40000"/>
                </a:schemeClr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67" name="TextBox 38">
            <a:extLst>
              <a:ext uri="{FF2B5EF4-FFF2-40B4-BE49-F238E27FC236}">
                <a16:creationId xmlns:a16="http://schemas.microsoft.com/office/drawing/2014/main" id="{B032EC8D-1D26-F02B-6E12-7CD68D2C4BFE}"/>
              </a:ext>
            </a:extLst>
          </p:cNvPr>
          <p:cNvSpPr>
            <a:spLocks noGrp="1"/>
          </p:cNvSpPr>
          <p:nvPr/>
        </p:nvSpPr>
        <p:spPr>
          <a:xfrm>
            <a:off x="9805340" y="6092861"/>
            <a:ext cx="930629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1" i="0">
                <a:solidFill>
                  <a:srgbClr val="3E5C7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00" b="1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Layout </a:t>
            </a:r>
          </a:p>
          <a:p>
            <a:pPr algn="ctr">
              <a:buNone/>
              <a:defRPr sz="1650" b="1" i="0">
                <a:solidFill>
                  <a:srgbClr val="3E5C7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Judge</a:t>
            </a:r>
            <a:endParaRPr sz="800" b="1" i="0" dirty="0">
              <a:solidFill>
                <a:schemeClr val="accent5">
                  <a:lumMod val="60000"/>
                  <a:lumOff val="40000"/>
                </a:schemeClr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69" name="TextBox 38">
            <a:extLst>
              <a:ext uri="{FF2B5EF4-FFF2-40B4-BE49-F238E27FC236}">
                <a16:creationId xmlns:a16="http://schemas.microsoft.com/office/drawing/2014/main" id="{77B1662C-9F35-4912-955C-3FBCDBD94A6F}"/>
              </a:ext>
            </a:extLst>
          </p:cNvPr>
          <p:cNvSpPr>
            <a:spLocks noGrp="1"/>
          </p:cNvSpPr>
          <p:nvPr/>
        </p:nvSpPr>
        <p:spPr>
          <a:xfrm>
            <a:off x="10847680" y="6085569"/>
            <a:ext cx="930629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1" i="0">
                <a:solidFill>
                  <a:srgbClr val="3E5C7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Replay</a:t>
            </a:r>
            <a:r>
              <a:rPr lang="en-US" sz="800" b="1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</a:t>
            </a:r>
          </a:p>
          <a:p>
            <a:pPr algn="ctr">
              <a:buNone/>
              <a:defRPr sz="1650" b="1" i="0">
                <a:solidFill>
                  <a:srgbClr val="3E5C7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Judge</a:t>
            </a:r>
            <a:endParaRPr sz="800" b="1" i="0" dirty="0">
              <a:solidFill>
                <a:schemeClr val="accent5">
                  <a:lumMod val="60000"/>
                  <a:lumOff val="40000"/>
                </a:schemeClr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72" name="TextBox 38">
            <a:extLst>
              <a:ext uri="{FF2B5EF4-FFF2-40B4-BE49-F238E27FC236}">
                <a16:creationId xmlns:a16="http://schemas.microsoft.com/office/drawing/2014/main" id="{D397E312-6877-33ED-7250-844DAF7D8E64}"/>
              </a:ext>
            </a:extLst>
          </p:cNvPr>
          <p:cNvSpPr>
            <a:spLocks noGrp="1"/>
          </p:cNvSpPr>
          <p:nvPr/>
        </p:nvSpPr>
        <p:spPr>
          <a:xfrm>
            <a:off x="11261371" y="6472619"/>
            <a:ext cx="930629" cy="2329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1" i="0">
                <a:solidFill>
                  <a:srgbClr val="3E5C7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100" b="1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</a:t>
            </a:r>
            <a:r>
              <a:rPr lang="en-US" sz="1600" b="1" i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……</a:t>
            </a:r>
            <a:endParaRPr sz="1600" b="1" i="0" dirty="0">
              <a:solidFill>
                <a:schemeClr val="accent5">
                  <a:lumMod val="60000"/>
                  <a:lumOff val="40000"/>
                </a:schemeClr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75" name="QC feedback label">
            <a:extLst>
              <a:ext uri="{FF2B5EF4-FFF2-40B4-BE49-F238E27FC236}">
                <a16:creationId xmlns:a16="http://schemas.microsoft.com/office/drawing/2014/main" id="{1C069CE3-DB4A-CC4A-ABFD-C431415974D5}"/>
              </a:ext>
            </a:extLst>
          </p:cNvPr>
          <p:cNvSpPr>
            <a:spLocks noGrp="1"/>
          </p:cNvSpPr>
          <p:nvPr/>
        </p:nvSpPr>
        <p:spPr>
          <a:xfrm>
            <a:off x="11202186" y="5037611"/>
            <a:ext cx="4572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790" b="1" i="0">
                <a:solidFill>
                  <a:srgbClr val="966123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050" b="1" i="0" dirty="0">
                <a:solidFill>
                  <a:srgbClr val="A1683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Iterative</a:t>
            </a:r>
            <a:r>
              <a:rPr lang="en-US" altLang="zh-CN" sz="1050" b="1" i="0" dirty="0">
                <a:solidFill>
                  <a:srgbClr val="A1683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ly</a:t>
            </a:r>
            <a:r>
              <a:rPr lang="en-US" sz="1050" b="1" i="0" dirty="0">
                <a:solidFill>
                  <a:srgbClr val="A1683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</a:t>
            </a:r>
            <a:r>
              <a:rPr lang="en-US" sz="1050" b="1" dirty="0">
                <a:solidFill>
                  <a:srgbClr val="A1683C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refine</a:t>
            </a:r>
            <a:endParaRPr sz="1050" b="1" i="0" dirty="0">
              <a:solidFill>
                <a:srgbClr val="A1683C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78" name="Step 22 title">
            <a:extLst>
              <a:ext uri="{FF2B5EF4-FFF2-40B4-BE49-F238E27FC236}">
                <a16:creationId xmlns:a16="http://schemas.microsoft.com/office/drawing/2014/main" id="{3810F7C5-0A4D-B15A-4F6C-6C83553D6894}"/>
              </a:ext>
            </a:extLst>
          </p:cNvPr>
          <p:cNvSpPr>
            <a:spLocks noGrp="1"/>
          </p:cNvSpPr>
          <p:nvPr/>
        </p:nvSpPr>
        <p:spPr>
          <a:xfrm>
            <a:off x="7490051" y="1294547"/>
            <a:ext cx="1357626" cy="2048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00" b="1" i="0">
                <a:solidFill>
                  <a:srgbClr val="315E6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altLang="zh-CN" sz="1400" b="1" dirty="0">
                <a:solidFill>
                  <a:srgbClr val="485C70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Orchestrate</a:t>
            </a:r>
            <a:r>
              <a:rPr 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</a:t>
            </a:r>
            <a:endParaRPr sz="1400" b="1" i="0" dirty="0">
              <a:solidFill>
                <a:schemeClr val="accent5">
                  <a:lumMod val="60000"/>
                  <a:lumOff val="40000"/>
                </a:schemeClr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sp>
        <p:nvSpPr>
          <p:cNvPr id="1879" name="箭头: 左弧形 1878">
            <a:extLst>
              <a:ext uri="{FF2B5EF4-FFF2-40B4-BE49-F238E27FC236}">
                <a16:creationId xmlns:a16="http://schemas.microsoft.com/office/drawing/2014/main" id="{831D18D2-0847-4EB7-3C86-7F0D2CC2168E}"/>
              </a:ext>
            </a:extLst>
          </p:cNvPr>
          <p:cNvSpPr/>
          <p:nvPr/>
        </p:nvSpPr>
        <p:spPr>
          <a:xfrm>
            <a:off x="10446703" y="939343"/>
            <a:ext cx="525618" cy="979272"/>
          </a:xfrm>
          <a:prstGeom prst="curved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81" name="箭头: 左弧形 1880">
            <a:extLst>
              <a:ext uri="{FF2B5EF4-FFF2-40B4-BE49-F238E27FC236}">
                <a16:creationId xmlns:a16="http://schemas.microsoft.com/office/drawing/2014/main" id="{70BF1DF0-74D5-D648-393B-73711E315699}"/>
              </a:ext>
            </a:extLst>
          </p:cNvPr>
          <p:cNvSpPr/>
          <p:nvPr/>
        </p:nvSpPr>
        <p:spPr>
          <a:xfrm rot="10800000">
            <a:off x="11138128" y="899948"/>
            <a:ext cx="525618" cy="979272"/>
          </a:xfrm>
          <a:prstGeom prst="curved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84" name="Step 22 title">
            <a:extLst>
              <a:ext uri="{FF2B5EF4-FFF2-40B4-BE49-F238E27FC236}">
                <a16:creationId xmlns:a16="http://schemas.microsoft.com/office/drawing/2014/main" id="{CFA3AE1F-9CC1-DA9C-136B-399E48EBBF02}"/>
              </a:ext>
            </a:extLst>
          </p:cNvPr>
          <p:cNvSpPr>
            <a:spLocks noGrp="1"/>
          </p:cNvSpPr>
          <p:nvPr/>
        </p:nvSpPr>
        <p:spPr>
          <a:xfrm>
            <a:off x="10618335" y="1313158"/>
            <a:ext cx="1357626" cy="1736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200" b="1" i="0">
                <a:solidFill>
                  <a:srgbClr val="315E66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sz="1400" b="1" dirty="0">
                <a:solidFill>
                  <a:srgbClr val="557E3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Coordinate</a:t>
            </a:r>
            <a:r>
              <a:rPr lang="en-US" sz="1200" b="1" dirty="0">
                <a:solidFill>
                  <a:srgbClr val="557E3F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</a:t>
            </a:r>
            <a:endParaRPr sz="1200" b="1" i="0" dirty="0">
              <a:solidFill>
                <a:srgbClr val="557E3F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BBCC44-F6EF-EBD9-D8B5-8FC577095D1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704" y="4116085"/>
            <a:ext cx="304800" cy="304800"/>
          </a:xfrm>
          <a:prstGeom prst="rect">
            <a:avLst/>
          </a:prstGeom>
        </p:spPr>
      </p:pic>
      <p:sp>
        <p:nvSpPr>
          <p:cNvPr id="6" name="箭头: 上 5">
            <a:extLst>
              <a:ext uri="{FF2B5EF4-FFF2-40B4-BE49-F238E27FC236}">
                <a16:creationId xmlns:a16="http://schemas.microsoft.com/office/drawing/2014/main" id="{CA99FE83-F3F5-A958-7934-39CD48A708C3}"/>
              </a:ext>
            </a:extLst>
          </p:cNvPr>
          <p:cNvSpPr/>
          <p:nvPr/>
        </p:nvSpPr>
        <p:spPr>
          <a:xfrm>
            <a:off x="5407585" y="4997737"/>
            <a:ext cx="188500" cy="208982"/>
          </a:xfrm>
          <a:prstGeom prst="up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QC feedback to calibration arrowhead">
            <a:extLst>
              <a:ext uri="{FF2B5EF4-FFF2-40B4-BE49-F238E27FC236}">
                <a16:creationId xmlns:a16="http://schemas.microsoft.com/office/drawing/2014/main" id="{A567BDB7-6626-7AC6-EA45-8E72F5B37AE8}"/>
              </a:ext>
            </a:extLst>
          </p:cNvPr>
          <p:cNvSpPr>
            <a:spLocks noGrp="1"/>
          </p:cNvSpPr>
          <p:nvPr/>
        </p:nvSpPr>
        <p:spPr>
          <a:xfrm rot="17896564">
            <a:off x="10205473" y="5171782"/>
            <a:ext cx="80010" cy="71438"/>
          </a:xfrm>
          <a:prstGeom prst="triangle">
            <a:avLst/>
          </a:prstGeom>
          <a:solidFill>
            <a:srgbClr val="A1683C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文本框 871">
            <a:extLst>
              <a:ext uri="{FF2B5EF4-FFF2-40B4-BE49-F238E27FC236}">
                <a16:creationId xmlns:a16="http://schemas.microsoft.com/office/drawing/2014/main" id="{19669A0C-A9AD-A8EE-3378-E47858D82D88}"/>
              </a:ext>
            </a:extLst>
          </p:cNvPr>
          <p:cNvSpPr>
            <a:spLocks noGrp="1"/>
          </p:cNvSpPr>
          <p:nvPr/>
        </p:nvSpPr>
        <p:spPr>
          <a:xfrm>
            <a:off x="5128695" y="4601121"/>
            <a:ext cx="1733550" cy="142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865" b="0" i="0">
                <a:solidFill>
                  <a:srgbClr val="586F7D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defRPr>
            </a:pPr>
            <a:r>
              <a:rPr lang="en-US" altLang="zh-CN" sz="865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Pose</a:t>
            </a:r>
            <a:r>
              <a:rPr lang="en-US" altLang="zh-CN" sz="865" b="0" i="0" dirty="0">
                <a:solidFill>
                  <a:srgbClr val="586775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 Optimization</a:t>
            </a:r>
            <a:endParaRPr sz="865" b="0" i="0" dirty="0">
              <a:solidFill>
                <a:srgbClr val="586775"/>
              </a:solidFill>
              <a:latin typeface="Comic Sans MS" panose="030F0902030302020204"/>
              <a:ea typeface="Comic Sans MS" panose="030F0902030302020204"/>
              <a:cs typeface="Comic Sans MS" panose="030F0902030302020204"/>
            </a:endParaRPr>
          </a:p>
        </p:txBody>
      </p:sp>
      <p:pic>
        <p:nvPicPr>
          <p:cNvPr id="19" name="图片 749">
            <a:extLst>
              <a:ext uri="{FF2B5EF4-FFF2-40B4-BE49-F238E27FC236}">
                <a16:creationId xmlns:a16="http://schemas.microsoft.com/office/drawing/2014/main" id="{9830CBDE-16F5-18F7-4E5D-AE1A95BDE8EA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5441345" y="2499837"/>
            <a:ext cx="1167983" cy="656990"/>
          </a:xfrm>
          <a:prstGeom prst="roundRect">
            <a:avLst/>
          </a:prstGeom>
        </p:spPr>
      </p:pic>
      <p:pic>
        <p:nvPicPr>
          <p:cNvPr id="35" name="图片 749">
            <a:extLst>
              <a:ext uri="{FF2B5EF4-FFF2-40B4-BE49-F238E27FC236}">
                <a16:creationId xmlns:a16="http://schemas.microsoft.com/office/drawing/2014/main" id="{C5A9F2D9-7871-A11D-FB2D-3D2C88FDFC5C}"/>
              </a:ext>
            </a:extLst>
          </p:cNvPr>
          <p:cNvPicPr>
            <a:picLocks/>
          </p:cNvPicPr>
          <p:nvPr/>
        </p:nvPicPr>
        <p:blipFill>
          <a:blip r:embed="rId13"/>
          <a:srcRect l="18831" t="7142" r="10221" b="15201"/>
          <a:stretch>
            <a:fillRect/>
          </a:stretch>
        </p:blipFill>
        <p:spPr>
          <a:xfrm>
            <a:off x="5448849" y="3786065"/>
            <a:ext cx="1160479" cy="727845"/>
          </a:xfrm>
          <a:prstGeom prst="roundRect">
            <a:avLst/>
          </a:prstGeom>
        </p:spPr>
      </p:pic>
      <p:pic>
        <p:nvPicPr>
          <p:cNvPr id="1894" name="图片 1893">
            <a:extLst>
              <a:ext uri="{FF2B5EF4-FFF2-40B4-BE49-F238E27FC236}">
                <a16:creationId xmlns:a16="http://schemas.microsoft.com/office/drawing/2014/main" id="{2A2A37A0-67A7-5984-FFC7-E337305E3A01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60595">
            <a:off x="5217970" y="3568845"/>
            <a:ext cx="424622" cy="424622"/>
          </a:xfrm>
          <a:prstGeom prst="rect">
            <a:avLst/>
          </a:prstGeom>
        </p:spPr>
      </p:pic>
      <p:pic>
        <p:nvPicPr>
          <p:cNvPr id="1892" name="图片 1891">
            <a:extLst>
              <a:ext uri="{FF2B5EF4-FFF2-40B4-BE49-F238E27FC236}">
                <a16:creationId xmlns:a16="http://schemas.microsoft.com/office/drawing/2014/main" id="{263950D3-F7AA-5DA0-AB88-068334F49F14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583">
            <a:off x="5977010" y="3514882"/>
            <a:ext cx="438526" cy="438526"/>
          </a:xfrm>
          <a:prstGeom prst="rect">
            <a:avLst/>
          </a:prstGeom>
        </p:spPr>
      </p:pic>
      <p:pic>
        <p:nvPicPr>
          <p:cNvPr id="1890" name="图片 1889">
            <a:extLst>
              <a:ext uri="{FF2B5EF4-FFF2-40B4-BE49-F238E27FC236}">
                <a16:creationId xmlns:a16="http://schemas.microsoft.com/office/drawing/2014/main" id="{E007B3DD-C706-92ED-8EB2-58643C606906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1476">
            <a:off x="6432710" y="3589894"/>
            <a:ext cx="452983" cy="45298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23A0109-B7A0-5164-E3EF-6202B1F3F883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08442">
            <a:off x="6443491" y="4258822"/>
            <a:ext cx="424622" cy="42462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3731828-CDBA-516A-3FEE-D2FF0A3BF1D4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98197">
            <a:off x="5144967" y="4276145"/>
            <a:ext cx="424622" cy="424622"/>
          </a:xfrm>
          <a:prstGeom prst="rect">
            <a:avLst/>
          </a:prstGeom>
        </p:spPr>
      </p:pic>
      <p:sp>
        <p:nvSpPr>
          <p:cNvPr id="37" name="流程图: 接点 36">
            <a:extLst>
              <a:ext uri="{FF2B5EF4-FFF2-40B4-BE49-F238E27FC236}">
                <a16:creationId xmlns:a16="http://schemas.microsoft.com/office/drawing/2014/main" id="{EC7B78BA-D2CB-8F80-E47D-075B7F6F54D6}"/>
              </a:ext>
            </a:extLst>
          </p:cNvPr>
          <p:cNvSpPr/>
          <p:nvPr/>
        </p:nvSpPr>
        <p:spPr>
          <a:xfrm>
            <a:off x="5837440" y="2554480"/>
            <a:ext cx="582410" cy="576448"/>
          </a:xfrm>
          <a:prstGeom prst="flowChartConnector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Calibration editor tab bottom">
            <a:extLst>
              <a:ext uri="{FF2B5EF4-FFF2-40B4-BE49-F238E27FC236}">
                <a16:creationId xmlns:a16="http://schemas.microsoft.com/office/drawing/2014/main" id="{2130E9A3-26CD-3009-9FAB-A6CC2768C5C2}"/>
              </a:ext>
            </a:extLst>
          </p:cNvPr>
          <p:cNvSpPr>
            <a:spLocks noGrp="1"/>
          </p:cNvSpPr>
          <p:nvPr/>
        </p:nvSpPr>
        <p:spPr>
          <a:xfrm>
            <a:off x="5141855" y="3524250"/>
            <a:ext cx="1715126" cy="48037"/>
          </a:xfrm>
          <a:custGeom>
            <a:avLst/>
            <a:gdLst/>
            <a:ahLst/>
            <a:cxnLst/>
            <a:rect l="0" t="0" r="0" b="0"/>
            <a:pathLst>
              <a:path w="2438400" h="95">
                <a:moveTo>
                  <a:pt x="0" y="0"/>
                </a:moveTo>
                <a:lnTo>
                  <a:pt x="2438400" y="0"/>
                </a:lnTo>
              </a:path>
            </a:pathLst>
          </a:custGeom>
          <a:noFill/>
          <a:ln w="6668">
            <a:solidFill>
              <a:srgbClr val="C7D8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0C7103ED-3928-651B-448F-74B9EF26A45B}"/>
              </a:ext>
            </a:extLst>
          </p:cNvPr>
          <p:cNvSpPr/>
          <p:nvPr/>
        </p:nvSpPr>
        <p:spPr>
          <a:xfrm>
            <a:off x="7038055" y="1307387"/>
            <a:ext cx="350933" cy="344913"/>
          </a:xfrm>
          <a:prstGeom prst="downArrow">
            <a:avLst>
              <a:gd name="adj1" fmla="val 42861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880">
            <a:extLst>
              <a:ext uri="{FF2B5EF4-FFF2-40B4-BE49-F238E27FC236}">
                <a16:creationId xmlns:a16="http://schemas.microsoft.com/office/drawing/2014/main" id="{0ABAFA62-05C1-260F-96F7-1A87FE299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7923991" y="2965197"/>
            <a:ext cx="326591" cy="246199"/>
          </a:xfrm>
          <a:prstGeom prst="rect">
            <a:avLst/>
          </a:prstGeom>
        </p:spPr>
      </p:pic>
      <p:pic>
        <p:nvPicPr>
          <p:cNvPr id="54" name="图片 754">
            <a:extLst>
              <a:ext uri="{FF2B5EF4-FFF2-40B4-BE49-F238E27FC236}">
                <a16:creationId xmlns:a16="http://schemas.microsoft.com/office/drawing/2014/main" id="{CB77B853-DDFD-EE0B-EF0D-8F1BBE40D0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 rot="20212901">
            <a:off x="7493504" y="3025775"/>
            <a:ext cx="411890" cy="124063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1C0B5E39-1A5B-1412-AFB6-A6CC702A72E5}"/>
              </a:ext>
            </a:extLst>
          </p:cNvPr>
          <p:cNvSpPr txBox="1"/>
          <p:nvPr/>
        </p:nvSpPr>
        <p:spPr>
          <a:xfrm>
            <a:off x="3010654" y="245494"/>
            <a:ext cx="3004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2D343B"/>
                </a:solidFill>
                <a:latin typeface="Comic Sans MS" panose="030F0902030302020204"/>
                <a:ea typeface="Comic Sans MS" panose="030F0902030302020204"/>
                <a:cs typeface="Comic Sans MS" panose="030F0902030302020204"/>
              </a:rPr>
              <a:t>In-the-wild video</a:t>
            </a:r>
            <a:endParaRPr lang="zh-CN" altLang="en-US" sz="1600" dirty="0"/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D88151BC-9A55-AAEA-E948-F0CFE4D7EB0D}"/>
              </a:ext>
            </a:extLst>
          </p:cNvPr>
          <p:cNvSpPr/>
          <p:nvPr/>
        </p:nvSpPr>
        <p:spPr>
          <a:xfrm>
            <a:off x="9179778" y="3560141"/>
            <a:ext cx="188500" cy="208982"/>
          </a:xfrm>
          <a:prstGeom prst="up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542817-7C75-4BE9-5020-45F501B1538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460" y="5907283"/>
            <a:ext cx="343836" cy="306229"/>
          </a:xfrm>
          <a:prstGeom prst="rect">
            <a:avLst/>
          </a:prstGeom>
        </p:spPr>
      </p:pic>
      <p:sp>
        <p:nvSpPr>
          <p:cNvPr id="13" name="箭头: 上 12">
            <a:extLst>
              <a:ext uri="{FF2B5EF4-FFF2-40B4-BE49-F238E27FC236}">
                <a16:creationId xmlns:a16="http://schemas.microsoft.com/office/drawing/2014/main" id="{F4F59EAF-7759-65FD-D687-6CE574E239E8}"/>
              </a:ext>
            </a:extLst>
          </p:cNvPr>
          <p:cNvSpPr/>
          <p:nvPr/>
        </p:nvSpPr>
        <p:spPr>
          <a:xfrm rot="10800000">
            <a:off x="7851657" y="3556591"/>
            <a:ext cx="188500" cy="208982"/>
          </a:xfrm>
          <a:prstGeom prst="up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597207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3484</TotalTime>
  <Words>351</Words>
  <Application>Microsoft Macintosh PowerPoint</Application>
  <PresentationFormat>Widescreen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苹方-简</vt:lpstr>
      <vt:lpstr>Arial</vt:lpstr>
      <vt:lpstr>Comic Sans MS</vt:lpstr>
      <vt:lpstr>Wingdings</vt:lpstr>
      <vt:lpstr>WPS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e52621</cp:lastModifiedBy>
  <cp:revision>20</cp:revision>
  <dcterms:created xsi:type="dcterms:W3CDTF">2026-09-08T20:33:44Z</dcterms:created>
  <dcterms:modified xsi:type="dcterms:W3CDTF">2026-10-12T11:48:57Z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9F6B1A14C77030CB7770A06A03FBEBE7_43</vt:lpwstr>
  </property>
  <property fmtid="{D5CDD505-2E9C-101B-9397-08002B2CF9AE}" pid="3" name="KSOProductBuildVer">
    <vt:lpwstr>2052-12.1.26046.26046</vt:lpwstr>
  </property>
</Properties>
</file>